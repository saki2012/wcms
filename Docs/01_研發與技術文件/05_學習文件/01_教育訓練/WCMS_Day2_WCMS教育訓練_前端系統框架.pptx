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17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WCMS教育訓練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2｜前端系統框架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713232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Runtime、Route、API、Form Template 到 Feature / Spec 的完整前端地圖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8823960" y="1097280"/>
            <a:ext cx="7315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97112" y="1097280"/>
            <a:ext cx="2487168" cy="566928"/>
          </a:xfrm>
          <a:prstGeom prst="rect">
            <a:avLst/>
          </a:prstGeom>
          <a:solidFill>
            <a:srgbClr val="EAF2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+ CSR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8823960" y="18745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1874520"/>
            <a:ext cx="2487168" cy="566928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Flow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Loader + API Adapter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8823960" y="2651760"/>
            <a:ext cx="7315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7112" y="2651760"/>
            <a:ext cx="2487168" cy="566928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Extension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+ Spec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713232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資料基準：Feature/Dev｜2026-08-19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WCMS｜Frontend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本日學習目標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WCMS 前端不是單一 React SPA，而是一套同時支援 SSR、CSR、後台管理與 Spec 延伸的框架。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73152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74520"/>
            <a:ext cx="2350008" cy="24688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Runtime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Node / Express SSR、React Router、Hydration 與 CSR 的關係。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3566160" y="1874520"/>
            <a:ext cx="73152" cy="2468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874520"/>
            <a:ext cx="2350008" cy="24688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Route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AppRoute、前台動態 Route、後台 Route 與語系 Route。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6355080" y="1874520"/>
            <a:ext cx="73152" cy="2468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874520"/>
            <a:ext cx="2350008" cy="24688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看懂資料流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Loader、APIBase、API Adapter、Hook 與 OpenAPI 契約。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9144000" y="1874520"/>
            <a:ext cx="73152" cy="2468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874520"/>
            <a:ext cx="2350008" cy="246888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看懂擴充點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Feature / Spec、Form Template、SysCore 與共用治理責任。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本日重點是「框架與資料流」；不要求背所有檔案名稱，而是建立正確追查路徑。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WCMS｜Frontend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四天訓練路線圖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今天進入 Frontend 這棟樓，明天再對照 Backend 的內部框架。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64008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331720"/>
            <a:ext cx="1984248" cy="205740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/ 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建立共同地圖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0" y="1828800"/>
            <a:ext cx="640080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23317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331720"/>
            <a:ext cx="1984248" cy="205740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前端系統框架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Runtime、Route、API、Form、Spec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1828800"/>
            <a:ext cx="64008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2331720"/>
            <a:ext cx="73152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331720"/>
            <a:ext cx="1984248" cy="205740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後端系統框架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API、Biz、Repository、Persistence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784080" y="1828800"/>
            <a:ext cx="6400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98280" y="2331720"/>
            <a:ext cx="73152" cy="2057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71432" y="2331720"/>
            <a:ext cx="1984248" cy="205740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修改單與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提交流程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Issue、Commit、PR、QA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會把 Day 1 的「Frontend 方塊」展開成可維護、可追查的實際框架。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WCMS｜Frontend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課程地圖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依序從執行環境、路由與擴充、資料框架、橫向能力與維護流程理解前端。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149047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與 SSR / CSR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技術基線、Build、SSR Server、Entry Server / Client、Hydration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64208" y="254203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 與 Feature / Spec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AppRoute、PGID 動態 Route、語系 Route、Slot Resolver、Spec 延伸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1097280" y="361188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359359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/ Loader / Form Framework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APIBase、Adapter、OpenAPI、Loader、Hook、Server Form Template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464515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/ Security / State / Quality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i18n、AA、Strict CSP、Shared State、Build 與問題追查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框架的目的是減少每個 Feature 重複實作相同的 Route、API、Form、訊息與安全邏輯。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WCMS｜Frontend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本次教材基準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Feature/Dev 的正式文件與當前 Code 交叉核對，並區分「已穩定」與「仍在收斂」。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73152" cy="3383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00200"/>
            <a:ext cx="3172968" cy="33832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正式架構文件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Docs/…/02_前端專案架構.md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Version 1.1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最後確認：2026-08-11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描述目前架構與資料流，並列出 Review 風險。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73152" cy="3383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00200"/>
            <a:ext cx="3172968" cy="33832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正式開發規範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Docs/…/02_前端開發規範.md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Version 1.1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最後整理：2026-08-12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先確立 TypeScript、Component、SSR、AA、CSP 與 PR 底線。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73152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600200"/>
            <a:ext cx="3172968" cy="33832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目前程式碼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package.json / vite.config.ts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Entry / AppRoute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 / APIAdapter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Template / SlotResolver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Shared 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架構文件明確標示：部分 Route、Loader、Form Template、Feature / Spec 規則仍在前端 Code Review 階段持續收斂。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Docs/01_研發與技術文件/01_系統架構/02_前端專案架構.md；Docs/01_研發與技術文件/02_開發規範/02_前端開發規範.md</a:t>
            </a:r>
            <a:endParaRPr lang="en-US" sz="5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先看前端如何啟動、如何 Render，以及 SSR 與 CSR 如何共用同一套 Route 與資料。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Runtime · SSR · CSR · Hydration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目前前端技術基線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 Feature/Dev package.json 顯示目前主線仍以 React 18 + Vite + React Router + Axios + Express SSR 為核心。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73152" cy="3063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37360"/>
            <a:ext cx="2304288" cy="30632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 22.16.x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npm 10.9.x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Express 5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3566160" y="1737360"/>
            <a:ext cx="73152" cy="3063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737360"/>
            <a:ext cx="2304288" cy="30632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/ Build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18.2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TypeScript 5.8.3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Vite 6.3.5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73152" cy="3063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737360"/>
            <a:ext cx="2304288" cy="30632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Routing / HTTP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Router 6.30.1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Axios 1.10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 Types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73152" cy="3063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737360"/>
            <a:ext cx="2304288" cy="30632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Quality / Security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Biome / dprint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DOMPurify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Trusted Types / CSP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Apollo Client / GraphQL 套件存在，但目前資料主線仍是 REST；不要因套件存在就把 GraphQL 當成現行主流程。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WCMS_Frontend/package.json；Docs/.../02_前端專案架構.md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前端目錄責任樹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先用四個根理解程式放置責任：SSR、Features、SysCore、types。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73152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00200"/>
            <a:ext cx="2532888" cy="42976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SSR-Server.ts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Entry-Server.tsx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Entry-Client.tsx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CSPSetting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責任：Node / Express、SSR HTML、Hydration、資產與安全標頭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520440" y="1600200"/>
            <a:ext cx="73152" cy="4297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600200"/>
            <a:ext cx="2532888" cy="42976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Assets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Hooks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Pages / AppRoute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 / Server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BizFunc / Scaffold / Theme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責任：可交付的標準前後台功能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355080" y="1600200"/>
            <a:ext cx="73152" cy="429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600200"/>
            <a:ext cx="2532888" cy="42976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FeatureExtensions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i18n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Interface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Utils / API / Route / Security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責任：不屬於單一 Feature 的底層共用能力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9189720" y="1600200"/>
            <a:ext cx="73152" cy="4297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600200"/>
            <a:ext cx="2258568" cy="429768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types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IApiSchema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SchemaFields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責任：OpenAPI 產生型別、Schema 與前端共用契約索引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應先使用 SysCore 與共用能力；不要在個別功能內重新建立平行 API、Link、Security 或 i18n 流程。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Runtime 拓樸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使用者面對的是 React 畫面，但正式執行時中間還有 Node / Express SSR Server。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148840"/>
            <a:ext cx="2070202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/ JS / CSS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 Navigation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5420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214884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2148840"/>
            <a:ext cx="2070202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 / Express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HTML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Static Assets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/Service Proxy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5420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214884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2148840"/>
            <a:ext cx="2070202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Router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Static Router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CSR Browser Router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5420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214884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2148840"/>
            <a:ext cx="2070202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API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/Service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RESTful API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5420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214884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2148840"/>
            <a:ext cx="2070202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/ 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Business Data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960120" y="41605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160520"/>
            <a:ext cx="10168128" cy="10515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前端的對外責任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Server 不只是開發工具：正式環境還要提供 SSR HTML、靜態資源、安全標頭、CSP Nonce、/Service Proxy 與 Initial State。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Runtime 拓樸後，看到 SSR、Proxy、Hydration 或 CSP 問題時才知道應該往哪一層追。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開發與正式建置模式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同一套程式可以單獨跑 CSR，也可以透過 SSR Server 跑完整 Runtime。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開發模式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npm run dev:csr → Vite CSR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npm run dev:ssr → tsx SSR-Server.ts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npm run dev → vite-node SSR-Server.ts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適合依問題切換單純 CSR 或完整 SSR 驗證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正式建置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build:client → dist/CSR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build:server → dist/SSR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bundle:deploy → 整理部署內容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npm run build → client + server + bundle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前端修改不能只確認 dev:csr；涉及 Route、Loader、Browser API 或第三方套件時，必須確認完整 CSR / SSR Build。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WCMS_Frontend/package.json；Docs/.../02_前端專案架構.md；Docs/.../02_前端開發規範.md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CSR 與 SSR：同一套前端的兩種 Render 路徑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兩種模式共用 Route / Feature，但資料取得與第一次 Render 的時機不同。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初次請求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GET URL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 / Express 接收 HTML Request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Server Router 執行 Loader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API 取得資料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renderToString 產生 HTML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Initial State 注入 HTML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收到可閱讀內容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CSR 導頁 / Fallback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已載入 React Runtime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Router 執行 Loader / Hook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Axios 呼叫 /Service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取得資料後更新 UI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沒有可 Hydrate 的 SSR State 時使用 createRoot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的重點不是另外寫一份頁面，而是讓相同 Route 與資料流程能先在 Server 執行。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Server 的主要責任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SSR-Server.ts 是 Node / Express 對外入口，也是前端 Runtime 的治理層。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7048" y="1490472"/>
            <a:ext cx="94914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/ Assets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開發接 Vite Middleware；正式提供 dist/CSR 與載入 dist/SSR entry。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27048" y="2542032"/>
            <a:ext cx="94914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Proxy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/Service Proxy 到 Backend，並重整對外安全標頭。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960120" y="361188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27048" y="3593592"/>
            <a:ext cx="94914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CSP Nonce、HSTS、Referrer Policy、Permissions Policy、No-Store、技術標頭移除。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960120" y="4663440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27048" y="4645152"/>
            <a:ext cx="94914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HTML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Entry-Server、注入 Head / AppHtml / Initial State，再回傳瀏覽器。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因此「正式站畫面問題」不一定只在 React Component；也可能位於 SSR Server、Proxy 或安全標頭層。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WCMS_Frontend/src/SSR/SSR-Server.ts</a:t>
            </a:r>
            <a:endParaRPr lang="en-US" sz="5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Entry-Server：一次 SSR Request 怎麼 Render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Server Entry 負責把 URL、Route、Loader、Head 與 Initial State 組成一個可 Hydrate 的 HTML。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65960"/>
            <a:ext cx="2070202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 URL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 Cookie / Accept-Language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196596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1965960"/>
            <a:ext cx="2070202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 Assets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 / 後台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196596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1965960"/>
            <a:ext cx="2070202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AppRouteModule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建立完整 Route Tree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196596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1965960"/>
            <a:ext cx="2070202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Router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Loaders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hydrationData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1965960"/>
            <a:ext cx="73152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1965960"/>
            <a:ext cx="2070202" cy="146304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renderToString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+ Helmet + Initial State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68680" y="4069080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069080"/>
            <a:ext cx="10351008" cy="11887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Provider 結構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MessageProvider → HelmetProvider → HeaderMetaComp → StaticRouterProvider。這表示訊息、SEO Head 與 Router 都必須同時支援 Server Render。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端若 Loader 回傳 Redirect / Response，Entry-Server 會回傳 HTTP Response，而不是硬 Render 一份錯誤 HTML。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WCMS_Frontend/src/SSR/Entry-Server.tsx</a:t>
            </a:r>
            <a:endParaRPr lang="en-US" sz="5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Entry-Client：Hydration 與 CSR Fallback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 Entry 先確認 SSR DOM 與 hydrationData 是否完整，再決定 hydrateRoot 或 createRoot。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65960"/>
            <a:ext cx="2070202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Init Runtime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Trusted Types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XSRF init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196596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1965960"/>
            <a:ext cx="2070202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 Assets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/Server 或前台載入資產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196596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1965960"/>
            <a:ext cx="2070202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 State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wcms-initial-state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196596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1965960"/>
            <a:ext cx="2070202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Router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Initial State 建立 Browser Router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1965960"/>
            <a:ext cx="73152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1965960"/>
            <a:ext cx="2070202" cy="146304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hydrateRoot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 createRoot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914400" y="4069080"/>
            <a:ext cx="73152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069080"/>
            <a:ext cx="10259568" cy="1051560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Hydration 條件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 內有真正 SSR DOM + Initial State 存在 + hydrationData 是有效 Record；缺少其中一項就不能假設可以安全 Hydrate。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Entry-Client 仍有 console.error 診斷訊息，正式規範已要求 Release 前改為正式診斷 / 錯誤回饋機制。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WCMS_Frontend/src/SSR/Entry-Client.tsx；Docs/.../02_前端專案架構.md</a:t>
            </a:r>
            <a:endParaRPr lang="en-US" sz="5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A｜Frontend 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/ CSR 開發底線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寫一個 Component 時，要同時思考 Server Runtime、Browser Runtime 與第一次 DOM 是否一致。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45920"/>
            <a:ext cx="5047488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API 邊界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模組頂層不可直接用 window / document / localStorage；放在 Client Effect、事件或 Adapter。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645920"/>
            <a:ext cx="5047488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 DOM 一致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Server Render 與 Client 第一次 Render 結構必須一致，避免 Hydration mismatch。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520440"/>
            <a:ext cx="5047488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Initial Data 重用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Loader 已取得資料，Hydration 不應無條件再 Fetch 一次。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355080" y="352044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520440"/>
            <a:ext cx="5047488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Build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不能只用 dev:csr 判定安全；Route / Loader / Browser API 修改需過 CSR + SSR Build。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安全不是一個單獨測試項目，而是前端 Component / Hook / Library 的日常設計條件。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Docs/01_研發與技術文件/02_開發規範/02_前端開發規範.md §4.6–4.8</a:t>
            </a:r>
            <a:endParaRPr lang="en-US" sz="5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B｜Route 與 Feature / Spec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再看 URL 如何轉成實際頁面，以及共用 Feature 如何提供 Spec 延伸點。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· PGID · Feature · Spec · Slot Resolver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B｜Route &amp; Extension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AppRoute：前端 Route 聚合入口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AppRouteModule 不是單一前台 Router，而是把前台、後台與 Spec Custom Route 合在一起。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1005840" y="196596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965960"/>
            <a:ext cx="3157728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 Routes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loadClientChildren()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241292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65320" y="196596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8472" y="1965960"/>
            <a:ext cx="3157728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Routes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BackendRouteModule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700772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924800" y="196596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7952" y="1965960"/>
            <a:ext cx="3157728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Custom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getCustomRoutes()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571500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40480" y="4069080"/>
            <a:ext cx="73152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4069080"/>
            <a:ext cx="4453128" cy="109728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AppRouteModule.getRoutes()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回傳完整 RouteObject[]，供 SSR Static Router 與 CSR Browser Router 共用。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 AppRoute 讓 SSR / CSR 使用一致的 Route Tree，避免兩套 Router 長期漂移。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WCMS_Frontend/src/Features/Pages/AppRoute.ts</a:t>
            </a:r>
            <a:endParaRPr lang="en-US" sz="5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B｜Route &amp; Extension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 Route 不是全部寫死：由 Site / PGID 動態組裝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ClientRouter 會把後端站台資料轉成 React Router RouteObject。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65960"/>
            <a:ext cx="2070202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Site Routing Data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Site / Menu / Node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196596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1965960"/>
            <a:ext cx="2070202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Normalize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INormSite / INormNode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196596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1965960"/>
            <a:ext cx="2070202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PGID Registry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對應標準 Feature 模組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196596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1965960"/>
            <a:ext cx="2070202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Loader + Component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功能資料與畫面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1965960"/>
            <a:ext cx="73152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1965960"/>
            <a:ext cx="2070202" cy="146304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RouteObject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產生站台可導覽路由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914400" y="411480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114800"/>
            <a:ext cx="10259568" cy="10515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目前標準 PGID 模組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PageManagement、Announcement、FileArchive、Gallery、WebResource、Timeline、Survey、Material、Sitemap。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因此新增 / 修改前台頁面時，先判斷它是「新的 Route」還是「既有 PGID Feature 的顯示 / Loader 行為」。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WCMS_Frontend/src/Features/Pages/Client/Route/ClientRouter.tsx</a:t>
            </a:r>
            <a:endParaRPr lang="en-US" sz="5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B｜Route &amp; Extension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 中同時承擔語系責任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的語系不是單一 Context；URL、Cookie、Request Header 與 Loader 會一起參與。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65960"/>
            <a:ext cx="2070202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URL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/:lang/...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196596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1965960"/>
            <a:ext cx="2070202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 Lang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Normalize / Guard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19659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1965960"/>
            <a:ext cx="2070202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withRequestLang()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196596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1965960"/>
            <a:ext cx="2070202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Header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Accept-Language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196596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1965960"/>
            <a:ext cx="2070202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i18n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回傳語系資料 / Label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914400" y="4069080"/>
            <a:ext cx="73152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069080"/>
            <a:ext cx="10259568" cy="1097280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Link 原則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一般內外站連結使用 LangLink / LangNavLink，由共用元件統一處理語系前綴、外站、Mail / Tel、_blank、安全 URL 與另開視窗 AA 提示。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不要在個別 Feature 重新拼 lang path 或自行判斷外站 URL，避免多語系與 AA 行為不一致。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B｜Route &amp; Extension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Spec：前端的擴充模型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提供標準能力；Spec 在必要位置覆寫或延伸，而不是複製整套 Feature。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73152" cy="3337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83080"/>
            <a:ext cx="4224528" cy="33375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基線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 Pages / Hooks / API / Theme / Scaffold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 Route 與 Component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 Form Template 與資料流程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目標：一份共用能力服務多個專案。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349240" y="2944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73152" cy="3337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1783080"/>
            <a:ext cx="5184648" cy="33375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延伸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VITE_SPEC_CODE → Vite Alias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SpecFeature / SpecDefault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SlotResolver 依相同 relative path 找覆寫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Custom Route / Component / Func / Asset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找不到延伸時回到 Feature / SpecFallback。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Feature/Dev 可在純 Feature 模式運作；Spec 是可選延伸機制，不等於每個功能都必須有 Spec 版本。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WCMS_Frontend/vite.config.ts；src/SysCore/Utils/Library/SlotResolver.ts</a:t>
            </a:r>
            <a:endParaRPr lang="en-US" sz="5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B｜Route &amp; Extension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Vite Alias 如何選到目前 Spec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SpecCode 決定 alias；沒有 Spec 時則回到 Feature SpecFallback。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65960"/>
            <a:ext cx="2070202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VITE_SPEC_CODE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 1819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196596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1965960"/>
            <a:ext cx="2070202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resolveSpecAliasPaths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 SpecFetures / SpecFeatures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19659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1965960"/>
            <a:ext cx="2070202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SpecFeature Alias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指向目前 Spec root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196596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1965960"/>
            <a:ext cx="2070202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SlotResolver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import.meta.glob 收集延伸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196596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1965960"/>
            <a:ext cx="2070202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Fallback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找不到 → Feature core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1005840" y="4069080"/>
            <a:ext cx="73152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069080"/>
            <a:ext cx="10076688" cy="1097280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相容性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目前仍同時支援歷史拼字 SpecFetures 與目標名稱 SpecFeatures；未完成全專案遷移前不能直接移除舊相容路徑。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機制的重點是「在固定擴充點覆寫」，而不是讓各 Spec 自行發明另一套框架。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WCMS_Frontend/vite.config.ts</a:t>
            </a:r>
            <a:endParaRPr lang="en-US" sz="5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B｜Route &amp; Extension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SlotResolver：真正的 Spec 覆寫入口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Component、Function、Asset 都使用相同 relative-path / fallback 概念。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45920"/>
            <a:ext cx="5047488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resolveSpecComponent(relativePath, core)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找得到 Spec .tsx → 使用 Spec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找不到 → core</a:t>
            </a:r>
            <a:endParaRPr lang="en-US" sz="119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645920"/>
            <a:ext cx="5047488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Function / Extension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resolveSpecFunc(relativePath, core)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可覆寫 Route、Timing、Adapter 等延伸點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520440"/>
            <a:ext cx="5047488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Asset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resolveSpecAsset / importSpecAssets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圖片、CSS / JS 資產依路徑選擇</a:t>
            </a: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6355080" y="352044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520440"/>
            <a:ext cx="5047488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Fallback 原則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只改需要客製的局部；其餘繼續沿用 Feature，降低重複與同步成本。</a:t>
            </a:r>
            <a:endParaRPr lang="en-US" sz="119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 Spec 客製時，先找相同 relative path 的 Feature / core，再理解它「覆寫哪個 Slot」。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WCMS_Frontend/src/SysCore/Utils/Library/SlotResolver.ts</a:t>
            </a:r>
            <a:endParaRPr lang="en-US" sz="5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B｜Route &amp; Extension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 / Server 畫面層的責任不同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兩者都在 React 前端，但前台更偏 SSR / SEO / AA，後台更偏 Form / CRUD / 權限。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Features/Pages/Client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 / MainFrame / Index / BizFunc / Theme / Preview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/ SEO / Head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多語系 Route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與 CMS HTML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前台版型與 Spec Assets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Features/Pages/Server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 / Dashboard / Menu / Toolbar / BizFunc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Binding / CRUD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 / Toast / Dialog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EditGrid / Repeater / Upload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未儲存狀態與預覽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同樣叫「Form」，前台閱讀頁與後台編輯表單的資料生命週期與責任不同，追查時先確認 Client / Server。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C｜API、Loader 與 Form Framework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接著看資料怎麼從 Backend 契約進入 Loader、Hook、Component 與後台 Form。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· APIBase · APIAdapter · Loader · Form Template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C｜Data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APIBase：CSR / SSR 共用的 Axios 邊界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 把「Browser 呼叫」與「Server Render 呼叫」的差異集中起來。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CSR Axios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baseURL：/Service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withCredentials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Accept-Language Interceptor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XSRF Cookie / Header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403 後重新取 XSRF 並重試一次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Axios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baseURL：SSR_API_ORIGIN + /Service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 Cookie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 Accept-Language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 Request 使用 WeakMap Cache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不依賴 Browser Cookie API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不需要自己判斷現在是不是 SSR；應透過共用 Axios / Adapter 取得正確執行環境。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WCMS_Frontend/src/SysCore/Utils/API/APIBase.ts</a:t>
            </a:r>
            <a:endParaRPr lang="en-US" sz="5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C｜Data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資料框架的標準呼叫鏈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 不直接碰 Axios；資料責任由 Service / Adapter / Loader / Hook 分層承擔。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20240"/>
            <a:ext cx="2070202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 / Event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3134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192024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1920240"/>
            <a:ext cx="2070202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Loader / Hook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Initial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CSR State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3134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192024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1920240"/>
            <a:ext cx="2070202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Adapter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Feature-specific Data API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3134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192024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1920240"/>
            <a:ext cx="2070202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APIClient / Service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CRUD / Query / Error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3134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1920240"/>
            <a:ext cx="73152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1920240"/>
            <a:ext cx="2070202" cy="146304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Axios / SSR / CSR / XSRF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715000" y="3657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200400" y="406908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4069080"/>
            <a:ext cx="5687568" cy="10515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/Service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 → ApiResponse → OpenAPI Schema。前端接收到的契約應回到後端 Model / Schema 核對。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 的職責是 UI；API 路徑、錯誤解析、Toast 底層與複雜 Payload 不應散落在 Component。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C｜Data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APIAdapter 同時服務 SSR Loader 與 CSR Hook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 Feature Service 可以在 Server Request 與 Browser Runtime 使用不同 Axios Instance。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Loader（Route Data）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createApiLoader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createQueryListLoader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createQueryCountLoader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createQueryDataLoader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createQueryGridDataLoader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可注入 getSsrApi(request)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Hook（Client Runtime）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useModelDisplayName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useQueryList / useQueryData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usePagedQueryList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useQueryGridData / useQueryFormData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useCudActions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可直接套用 SSR Initial Data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「Loader 先取資料、Hook 接管互動」是 WCMS SSR / CSR 共用資料框架的重要模式。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WCMS_Frontend/src/SysCore/Utils/API/APIAdapter.ts</a:t>
            </a:r>
            <a:endParaRPr lang="en-US" sz="5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C｜Data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為什麼需要 Initial Data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已經為第一個畫面查過一次資料，Client Hydration 應重用而不是無條件再查一次。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011680"/>
            <a:ext cx="2070202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Loader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Request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4048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20116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2011680"/>
            <a:ext cx="2070202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loaderData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Router Context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4048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201168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2011680"/>
            <a:ext cx="2070202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Initial State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注入 HTML template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4048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201168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2011680"/>
            <a:ext cx="2070202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Hydration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 Router 讀取 state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4048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201168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2011680"/>
            <a:ext cx="2070202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Hook Initial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直接使用資料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需要時再 refetch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914400" y="4114800"/>
            <a:ext cx="73152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114800"/>
            <a:ext cx="10213848" cy="960120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避免重複 API、Loading 閃爍、SSR / CSR 資料不同步，以及 Hydration 後馬上覆蓋第一次畫面。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Loader、Entry-Server、Initial State、Entry-Client、APIAdapter 是同一條資料生命週期，不應分開看。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C｜Data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OpenAPI：後端是資料契約來源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前端已經有 Schema 時，Feature 不重新手寫同內容 Interface / DTO。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73152" cy="3383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91640"/>
            <a:ext cx="3035808" cy="33832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Model / DTO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Attribute / Required / Nullable / Enum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 Schema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4069080" y="2880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73152" cy="3383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691640"/>
            <a:ext cx="3035808" cy="33832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Generated Types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components["schemas"]["Xxx"]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Model、Request、Response、Enum 型別來源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7863840" y="2880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12480" y="1691640"/>
            <a:ext cx="73152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691640"/>
            <a:ext cx="2852928" cy="33832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UI State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需要額外 UI 狀態時建立 XxxFormState / ViewModel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不要修改 / 放寬 Backend DTO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 有問題時回後端修正契約再重新產生型別；不要以前端手寫補丁掩蓋契約錯誤。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Docs/01_研發與技術文件/02_開發規範/02_前端開發規範.md §2.1–2.3</a:t>
            </a:r>
            <a:endParaRPr lang="en-US" sz="5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C｜Data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目前契約正在收斂：ApiResponse 泛型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這是一個適合教「文件規範 vs 程式現況」如何區分的實例。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Code 現況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APIBase.ts：Data: T | null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APIAdapter 仍可看到 ApiResponse&lt;T[]&gt;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 / Form / Grid 因此帶有單筆 / 陣列混合語意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前端架構文件已將此列為 P0 / P1 Review 項目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正式規範目標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ApiResponse&lt;T&gt; → Data: T[]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代表 Data 陣列元素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單筆由共用 Adapter / Hook 取 Data[0]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不自行用 Array.isArray 或 Data?.[0] 建不同解析方式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教育訓練時要能區分：「目前程式怎麼跑」與「正式規範要收斂到哪裡」；兩者不一致時不能假裝已完成。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WCMS_Frontend/src/SysCore/Utils/API/APIBase.ts；Docs/.../02_前端開發規範.md §2.5–2.6；Docs/.../02_前端專案架構.md §7</a:t>
            </a:r>
            <a:endParaRPr lang="en-US" sz="57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C｜Data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 Form Template：標準表單生命週期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 Feature Form 不應每支重新建立 Query、Binding、Toast、Toolbar 與 CUD 流程。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20240"/>
            <a:ext cx="2070202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Template Base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featureKey / theme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 / internalId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emptyData / actionsOpt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3134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192024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1920240"/>
            <a:ext cx="2070202" cy="15087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Timing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Adapter / Mode / Title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Initial / Refs / Actions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3134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192024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1920240"/>
            <a:ext cx="2070202" cy="15087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Timing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Extend / Override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Adapter / Refs / Actions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3134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192024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1920240"/>
            <a:ext cx="2070202" cy="15087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ViewModel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Binding / Refs / RawData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Loading / Errors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31343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1920240"/>
            <a:ext cx="73152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1920240"/>
            <a:ext cx="2070202" cy="150876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UI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Header / Detail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Toolbar / Save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Template 支援 Feature-only、Feature + Spec、Spec-only 三種情境，避免客製案為了改一小段就複製整個 Form。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WCMS_Frontend/src/Features/Pages/Server/Scaffold/Content/FormTemplate/Server_FormTemplate_Hook.ts</a:t>
            </a:r>
            <a:endParaRPr lang="en-US" sz="5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C｜Data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Timing 與 Spec Timing 的定位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可以延伸標準 Form，但應透過 Timing / Adapter 進入，而不是破壞共用生命週期。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Timing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buildAdapter / selectDataAdapter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resolveMode / buildTitle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buildInitialData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useReferenceData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buildSuccessActions / buildActions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buildRawData / buildFormProp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Timing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buildAdapter（Spec-only）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extendAdapter（Feature + Spec）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selectDataAdapter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覆寫 Mode / Title / Initial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 Refs / Success / Actions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覆寫 RawData / FormProp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設計原則：Feature 建立穩定流程；Spec 只在定義好的擴充點改變必要行為。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C｜Data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一個後台表單從開啟到儲存的資料流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用資料流看 Framework，比從單一 Component 往下讀更容易理解。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37360"/>
            <a:ext cx="2070202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internalId / mode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650846" y="21305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002" y="173736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9154" y="1737360"/>
            <a:ext cx="2070202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Template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 Initial / Adapter / Refs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903927" y="21305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09083" y="17373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1737360"/>
            <a:ext cx="2070202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Adapter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useQueryFormData / CUD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157009" y="21305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2165" y="173736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5317" y="1737360"/>
            <a:ext cx="2070202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Binding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建立可編輯 ViewModel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410090" y="21305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5246" y="173736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398" y="1737360"/>
            <a:ext cx="2070202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UI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Header / Detail / Toolbar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715000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97280" y="3886200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3886200"/>
            <a:ext cx="2295144" cy="11887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Save Action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/ Update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3470148" y="427939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630168" y="3886200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886200"/>
            <a:ext cx="2295144" cy="11887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Adapter Action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防重複 / Toast / Error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6003036" y="427939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163056" y="3886200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3886200"/>
            <a:ext cx="2295144" cy="11887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Validation / Save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8535924" y="427939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695944" y="3886200"/>
            <a:ext cx="73152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69096" y="3886200"/>
            <a:ext cx="2295144" cy="11887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Success Action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 / Refetch / Message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 Form Bug 時，先問「是 Route / Initial / Adapter / Binding / UI / Action 哪一段失真？」而不是直接在 TSX 裡堆條件。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D｜橫向能力與維護品質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最後把 i18n、AA、Security、Auth Shared State 與品質門檻放回同一張前端地圖。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· AA · CSP · Auth State · Quality Gate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D｜Cross-cutting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SysCore：不屬於單一 Feature 的底層能力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 的價值是讓各 Feature 不必重新實作 API、Route、Security、訊息與共用元件。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45920"/>
            <a:ext cx="5047488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Components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Auth、Message / Dialog、Header Meta、TinyMCE、Toolbar、共用 Lib Components</a:t>
            </a:r>
            <a:endParaRPr lang="en-US" sz="119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645920"/>
            <a:ext cx="5047488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/ Route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Universal Axios、API Adapter、Form Binding、CSR / SSR Router、Lang Guard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520440"/>
            <a:ext cx="5047488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i18n / Library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 Context、LangLink、Text / JSON / Date / Cookie / Type、Slot Resolver</a:t>
            </a: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6355080" y="352044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520440"/>
            <a:ext cx="5047488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Trusted Types、HTML / URL 安全、與 SSR CSP / Sanitization 邊界協作</a:t>
            </a:r>
            <a:endParaRPr lang="en-US" sz="119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 Helper 前先搜尋 SysCore / Library / Hook / Component；共用能力不足時優先擴充底層，而不是在 Feature 建平行流程。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D｜Cross-cutting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AA：是 Component 責任，也是內容契約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的無障礙不只 aria-*；鍵盤、Focus、縮放、動態訊息與 CMS 輸入都在範圍內。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73152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83080"/>
            <a:ext cx="2304288" cy="320040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Semantic / Keyboard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Native button / a / input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滑鼠功能也要能鍵盤完成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566160" y="1783080"/>
            <a:ext cx="73152" cy="3200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783080"/>
            <a:ext cx="2304288" cy="320040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Focus / Dynamic UI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Focus 順序與可見性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Dialog / Tabs / Menu / Carousel / Toast 報讀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73152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783080"/>
            <a:ext cx="2304288" cy="320040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Responsive / Zoom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200%–400% 放大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 Header 不遮內容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複合元件仍可操作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9144000" y="1783080"/>
            <a:ext cx="73152" cy="3200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783080"/>
            <a:ext cx="2304288" cy="320040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 Content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Title / Alt / URL / HTML 都是 AA + 安全契約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使用者輸入也要符合規則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問題要回到共用 Component / Content 契約修正，避免每個 Spec 用不同補丁處理相同互動。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D｜Cross-cutting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/ CSP：Runtime Balanced，Component 以 Strict 強度撰寫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平台為 CMS Content 保留相容性，但 WCMS 自己的 React UI 不因此使用 Inline Style。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Component Code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 className / data-* / CSS Selector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假設未來可能 style-src-attr none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不新增 style={{...}}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不以 element.style / cssText 當一般 UI Style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動態 Style 優先走共用 Strict-compatible 機制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 Content / Legacy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使用者自定義 Content 可有既有 style 相容需求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仍必須走 Sanitizer / URL / HTML 安全檢查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不能把 WCMS 自己產生的 UI 假裝成 CMS Content 來繞過規則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第三方例外限制在 Adapter / Wrapper 最小範圍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CSP 強度與「我們怎麼寫 Component」是兩件事；Balanced 不是新增 Inline Style 的許可。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Docs/01_研發與技術文件/02_開發規範/02_前端開發規範.md §5.7</a:t>
            </a:r>
            <a:endParaRPr lang="en-US" sz="57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D｜Cross-cutting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/ Shared State：不要只用單一 Tab 的 React State 思考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登入、Idle、Refresh 等資源可能跨 Tab / Browser / Backend 共用。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73152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45920"/>
            <a:ext cx="3172968" cy="34747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Tab Local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Context / State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useRef / Timer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 in-flight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sessionStorage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只屬於目前分頁 Runtime。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73152" cy="3474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45920"/>
            <a:ext cx="3172968" cy="34747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/ Origin Shared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Cookie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 / IndexedDB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Shared Activity / Logout Signal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多個同 Origin Tab 可能共同讀寫。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183880" y="1645920"/>
            <a:ext cx="73152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45920"/>
            <a:ext cx="3172968" cy="34747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Shared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Refresh Token State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Blacklist / Permission Cache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Server Session / Future Cart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安全與一致性最終仍由 Backend 保證。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AuthSessionCoordinator 已把 Idle / Logout 協調到 Browser Shared Scope；前端協調不是 Backend Atomicity 的替代品。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Docs/.../04_前端同裝置SharedState與多分頁架構.md；src/SysCore/Components/Auth/AuthSessionCoordinator.ts</a:t>
            </a:r>
            <a:endParaRPr lang="en-US" sz="57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D｜Cross-cutting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前端開發與 PR 最低品質門檻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框架正確之外，還要確保 TypeScript、Lint、Format 與完整 SSR / CSR Build 沒有新增問題。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73152" cy="2926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28800"/>
            <a:ext cx="2304288" cy="29260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typecheck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tsc --noEmit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確認型別與契約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73152" cy="2926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828800"/>
            <a:ext cx="2304288" cy="29260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Biome lint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確認常見程式問題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73152" cy="2926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828800"/>
            <a:ext cx="2304288" cy="29260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check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Biome check + dprint check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確認格式與規則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0" y="1828800"/>
            <a:ext cx="73152" cy="2926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828800"/>
            <a:ext cx="2304288" cy="292608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 + server + bundle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CSR / SSR 正式輸出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不得為單一功能降低 strict、擴大 exclude、加入大量 ignore 或關閉 SSR Build 檢查。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WCMS_Frontend/package.json；Docs/.../02_前端開發規範.md §6.1–6.4</a:t>
            </a:r>
            <a:endParaRPr lang="en-US" sz="57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D｜Cross-cutting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收到一張前端 Bug：建議怎麼追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用框架分層縮小範圍，比從整個 src 全文搜尋更有效率。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7048" y="1490472"/>
            <a:ext cx="94914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 Runtime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只在 SSR？只在 CSR？Hydration？正式站 Proxy / CSP？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27048" y="2542032"/>
            <a:ext cx="94914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Route / Scope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 還是 Server？Feature 還是 Spec？哪個 PGID / Route？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960120" y="361188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27048" y="3593592"/>
            <a:ext cx="94914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追資料生命週期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Loader → Initial → Adapter → Hook → Component / Form Template。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960120" y="4663440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27048" y="4645152"/>
            <a:ext cx="94914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核對契約與橫向能力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OpenAPI、i18n、AA、Auth Shared State、Security / CSP。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最後才決定異動點；優先沿用現有 Hook / Adapter / Template / SysCore，不先建立新的平行機制。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D｜Cross-cutting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Feature/Dev 目前前端進度：穩定框架與收斂重點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把「現在可以依賴的主線」與「Code Review 正在收斂的地方」分開理解。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目前可依賴的主線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/ CSR 雙 Runtime 與正式 Build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AppRoute + Client / Server Route 結構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 Universal Axios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 Alias + Slot Resolver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Server Form Template 擴充模型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Shared State / Multi-tab Coordinator 已建立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目前持續收斂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 / Null / Array 契約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APIAdapter 對外契約與大型集中區責任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/ Hydration 診斷與 Release console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環境參數與部署治理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Binding / EditGrid / Repeater Identity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通用元件與 Legacy Assets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正式文件明確要求：尚未整改的風險只能描述為「已知 / Review 中」，不能描述成已完成。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Docs/01_研發與技術文件/01_系統架構/02_前端專案架構.md §17–18；Feature/Dev current code</a:t>
            </a:r>
            <a:endParaRPr lang="en-US" sz="57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WCMS｜Frontend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結語：用資料流理解前端，不用背檔案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今天建立的是一套能拿來定位問題、Review Code 與判斷擴充點的前端框架地圖。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73152" cy="3291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45920"/>
            <a:ext cx="3172968" cy="32918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→ Node / Express → React Router → Backend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/ CSR / Hydration 是同一套前端的不同執行時機。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73152" cy="3291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45920"/>
            <a:ext cx="3172968" cy="32918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Framework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AppRoute / PGID Route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 / Adapter / Loader / Hook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Template / SysCore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 Slot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73152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645920"/>
            <a:ext cx="3172968" cy="32918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Cross-cutting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 / i18n / AA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Strict-CSP / CMS HTML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Shared State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Typecheck / Build / Release Quality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會沿著同一條資料流進入 Backend：API → FeatureDriver → Biz → Repository → Persistence → Cache / Security。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WCMS｜Frontend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教材主要核對位置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簡報內容以 Feature/Dev 下列正式文件與實際 Code 為主。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73152" cy="4434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508760"/>
            <a:ext cx="5276088" cy="44348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Docs/01_研發與技術文件/01_系統架構/02_前端專案架構.md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Docs/01_研發與技術文件/01_系統架構/04_前端同裝置SharedState與多分頁架構.md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Docs/01_研發與技術文件/01_系統架構/05_AuthSession與RefreshTokenRotation架構.md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Docs/01_研發與技術文件/02_開發規範/02_前端開發規範.md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73152" cy="4434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508760"/>
            <a:ext cx="5001768" cy="44348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WCMS_Frontend/package.json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WCMS_Frontend/vite.config.ts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src/SSR/SSR-Server.ts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src/SSR/Entry-Server.tsx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src/SSR/Entry-Client.tsx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src/Features/Pages/AppRoute.ts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src/Features/Pages/Client/Route/ClientRouter.tsx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src/SysCore/Utils/API/APIBase.ts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src/SysCore/Utils/API/APIAdapter.ts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src/SysCore/Utils/Library/SlotResolver.ts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src/Features/Pages/Server/Scaffold/Content/FormTemplate/Server_FormTemplate_Hook.ts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若文件與 Code 不一致：Runtime 行為以指定分支 Code 為準；架構與開發規則以有效 Markdown 為準，並應回報差異。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WCMS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WCMS教育訓練 Day 2｜前端系統框架</dc:title>
  <dc:subject>WCMS Day 2 Frontend Framework Training</dc:subject>
  <dc:creator>WCMS</dc:creator>
  <cp:lastModifiedBy>WCMS</cp:lastModifiedBy>
  <cp:revision>1</cp:revision>
  <dcterms:created xsi:type="dcterms:W3CDTF">2026-08-19T12:05:27Z</dcterms:created>
  <dcterms:modified xsi:type="dcterms:W3CDTF">2026-08-19T12:05:27Z</dcterms:modified>
</cp:coreProperties>
</file>