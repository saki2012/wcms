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17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WCMS教育訓練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1｜系統架構、Git 版控與 AI 開發入口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713232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WCMS 的整體地圖、分支判斷能力與標準 AI 進入方式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8915400" y="1097280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88552" y="1097280"/>
            <a:ext cx="2350008" cy="502920"/>
          </a:xfrm>
          <a:prstGeom prst="rect">
            <a:avLst/>
          </a:prstGeom>
          <a:solidFill>
            <a:srgbClr val="EAF2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+ Vite / SSR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915400" y="187452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88552" y="1874520"/>
            <a:ext cx="2350008" cy="5029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/ API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915400" y="2651760"/>
            <a:ext cx="731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8552" y="2651760"/>
            <a:ext cx="2350008" cy="5029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/ Git / AI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規範、版控與追蹤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13232" y="5806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正式教育訓練教材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WCMS｜System Architecture · Git · 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本日學習目標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 WCMS 的整體地圖，再學會用 Git 與 AI 正確進入專案。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73152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50008" cy="24688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建立系統全貌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WCMS 的定位、前後端分工與主要執行拓樸。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566160" y="1874520"/>
            <a:ext cx="73152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74520"/>
            <a:ext cx="2350008" cy="24688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掌握架構視角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區分系統執行架構與開發治理流程，降低概念混淆。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73152" cy="2468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874520"/>
            <a:ext cx="2350008" cy="24688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理解擴充模型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Feature 共用基線與 Spec 專案延伸的關係。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73152" cy="2468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874520"/>
            <a:ext cx="2350008" cy="24688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進入標準流程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知道從 Branch、Docs、AI 入口與 Git History 開始定位問題。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本日以「架構地圖」為主；前端與後端實作細節會在 Day 2、Day 3 逐步展開。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WCMS｜System Architecture · Git · 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四天訓練路線圖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建立全貌，後續再逐步進入前端、後端與修改單提交流程。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64008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331720"/>
            <a:ext cx="1984248" cy="205740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版控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入口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建立共同地圖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30175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640080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23317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331720"/>
            <a:ext cx="1984248" cy="205740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前端系統框架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理解畫面、Route、Hook、API 與 SSR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57607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6400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331720"/>
            <a:ext cx="1984248" cy="205740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後端系統框架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API、Biz、Repository、Model 與 Cache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0" y="1828800"/>
            <a:ext cx="640080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98280" y="2331720"/>
            <a:ext cx="73152" cy="2057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331720"/>
            <a:ext cx="1984248" cy="205740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修改單與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提交流程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建立完整交付與追蹤紀錄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不要求記住所有細節；重點是知道每個問題應往哪一層追。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WCMS｜System Architecture · Git · 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課程地圖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本日分成三個主軸：系統架構、Git 版控、AI 開發入口。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49047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系統架構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定位、執行拓樸、Feature/Spec、資料流與橫向能力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254203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Branch 與版控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main、Feature/Dev、Feature/Release、Spec#### 的用途與判斷流程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359359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開發入口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進入專案前的閱讀順序、提問方式與輸出要求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4645152"/>
            <a:ext cx="930859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整合練習與總結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以異常案例串接 Branch、Docs、Git History 與 AI 分析流程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課程設計原則：先能正確定位，再進入程式實作。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A｜WCMS 系統架構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從整體定位、執行拓樸、擴充模型與資料流建立系統全貌。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Version Control · AI Entry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是什麼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是一套前後端分離、可延伸的網站內容管理系統框架。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3152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2898648" cy="2377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WCMS Framework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前台、後台、共用元件、標準功能、API 框架、權限與資料基礎能力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3977640" y="28529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1874520"/>
            <a:ext cx="73152" cy="2377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74520"/>
            <a:ext cx="2898648" cy="2377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專案延伸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專案版型、首頁、路由、客製功能、專案設定與必要覆寫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680960" y="28529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73152" cy="2377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874520"/>
            <a:ext cx="2898648" cy="2377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實際交付網站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依專案需求產出前台網站、後台管理與資料維護流程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WCMS 時，請先把它視為「共用框架 + 專案延伸」的交付模式。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從交付物看 WCMS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實際網站通常同時包含前台展示、後台管理、資料維護與品質驗證要求。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83080"/>
            <a:ext cx="2258568" cy="3108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前台網站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內容展示、選單、搜尋、附件、SEO / SSR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611880" y="1783080"/>
            <a:ext cx="73152" cy="3108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783080"/>
            <a:ext cx="2258568" cy="3108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後台管理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登入、權限、表單、資料維護、檔案管理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783080"/>
            <a:ext cx="2258568" cy="31089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資料與契約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Model、OpenAPI、ApiResponse、SQL Server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73152" cy="3108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783080"/>
            <a:ext cx="2258568" cy="31089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品質與治理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AA、弱掃、Git、Docs、Issue、PR、Release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維護時，不能只看畫面；需要同時確認資料、權限、契約與品質要求。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系統執行拓樸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正式執行時，前端 Node/Express SSR 與後端 ASP.NET Core API 分工協作。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73152" cy="3154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691640"/>
            <a:ext cx="2258568" cy="31546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/ User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HTML、JS / CSS、API 呼叫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2953512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73152" cy="3154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91640"/>
            <a:ext cx="2258568" cy="31546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Frontend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+ Vite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/ Express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+ CSR Assets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/Service Proxy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5742432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73152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691640"/>
            <a:ext cx="2258568" cy="31546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Backend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/ Biz / Repository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531352" y="3063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61120" y="1691640"/>
            <a:ext cx="73152" cy="3154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691640"/>
            <a:ext cx="2258568" cy="31546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/ Infra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前端不是只有靜態頁面；SSR Server 也負責 HTML、資源、安全標頭與 API Proxy。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SSR / CSR 的分工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前端同時支援伺服器渲染與瀏覽器接管。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Server 責任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 SSR HTML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 CSR 靜態資源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CSP 與安全標頭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Proxy /Service 至後端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注入 Loader Data / Initial State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CSR / Browser 責任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React App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Hydration 接管 DOM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 導頁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Hook / Component 互動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前台與後台操作回饋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第一次載入與後續導頁可能走不同路徑；追問題時要先確認發生在哪個階段。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API 與資料處理責任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後端負責 API、驗證、資料操作、權限、安全與快取。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5047488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入口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Controller、ApiResponse、Swagger / OpenAPI、ModelState 錯誤格式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327648" y="1627632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27632"/>
            <a:ext cx="5047488" cy="15087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流程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業務驗證、交易控制、Create / Update / Query / Delete 主流程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49808" y="3547872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47872"/>
            <a:ext cx="5047488" cy="15087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/ DB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Graph、EF Core、SQL Server、Root / Detail / SubDetail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327648" y="3547872"/>
            <a:ext cx="73152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47872"/>
            <a:ext cx="5047488" cy="15087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平台能力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JWT、XSRF、CORS、Cache、Auditing、I18n、安全標頭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後端問題通常需要從 HTTP 入口一路追到 Biz、Repository 與資料庫狀態。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兩個視角：執行架構與開發治理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教學上將「系統怎麼跑」與「團隊怎麼維護」分開說明。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執行架構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/ User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+ Vite + Node / Express SSR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RESTful API Contract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Backend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/ Repository / EF Core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 / Cache / Files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開發治理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/ AI_INDEX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Branch / Issue / PR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/ Code Review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/ AA / 白箱 / 弱掃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驗證與交付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歷史決策與追蹤紀錄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執行架構回答「程式怎麼跑」；治理流程回答「團隊怎麼安全維護」。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主要目錄與入口概念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第一次進專案時，先認識頂層結構，再依任務深入。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73152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00200"/>
            <a:ext cx="3401568" cy="3383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入口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AI_INDEX.yml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開發規範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品質驗證文件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73152" cy="3383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00200"/>
            <a:ext cx="3401568" cy="3383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WCMS_Frontend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src/SSR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src/Features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src/SysCore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src/types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vite.config.ts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00200"/>
            <a:ext cx="3401568" cy="3383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WCMS_Backend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Program.cs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SysCore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WCMS.csproj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入口文件負責導航；實際行為仍要回到指定 Branch 的程式碼核對。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擴充模型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是共用基線；Spec 是可選的專案延伸機制。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57400"/>
            <a:ext cx="2670048" cy="21945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Feature Baseline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標準功能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共用流程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共用元件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 Model / Biz / API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3749040" y="2926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08760"/>
            <a:ext cx="1984248" cy="15544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Spec1819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版型 / 功能延伸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50876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1508760"/>
            <a:ext cx="1984248" cy="15544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Spec1821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客製首頁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專案設定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3703320"/>
            <a:ext cx="73152" cy="1554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3703320"/>
            <a:ext cx="1984248" cy="15544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Shared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無客製程式時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使用共用 Feature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遇到問題時，先判斷是共用 Feature 問題，還是指定 Spec 的客製差異。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共用基線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共用問題應優先回到 Feature 主線確認與修正。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2258568" cy="24231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前台模組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Page、Route、Loader、Component、Hook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611880" y="1874520"/>
            <a:ext cx="73152" cy="242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874520"/>
            <a:ext cx="2258568" cy="24231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後台功能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表單、清單、Toolbar、Query、Action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73152" cy="2423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874520"/>
            <a:ext cx="2258568" cy="24231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後端框架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Model、Biz、API、Repository、Persistence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89720" y="1874520"/>
            <a:ext cx="73152" cy="2423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874520"/>
            <a:ext cx="2258568" cy="242316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共用能力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Security、I18n、Cache、Library、Template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的設計目標是降低重複 CRUD 與重複前後端流程。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延伸與純 Feature 模式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機制用於專案差異；沒有客製程式時仍可使用共用 Feature。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Spec Alias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VITE_SPEC_CODE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SpecFetures / SpecFeatures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SpecDefault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SpecFallback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 Feature 模式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Spec 編譯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SpecCode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SpecFeatures/&lt;SpecCode&gt;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csproj 條件編譯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SpecFeatures 不存在時使用 shared Features only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避免把客製邏輯放回共用主線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正式說法：WCMS 支援 Feature 共用基線與 Spec 專案延伸；實際目錄以指定 Branch 為準。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前後端契約：OpenAPI 與 ApiResponse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前端型別應以後端 Schema 為來源，避免自行重建同名 DTO。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91640"/>
            <a:ext cx="3218688" cy="310896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Schema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Model / Request / Response / Enum 產生前端型別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前端以 components["schemas"] 對接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73152" cy="3108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91640"/>
            <a:ext cx="3218688" cy="310896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IsSuccess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SysMessage[]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Data[]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 HTTP 錯誤與業務訊息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73152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691640"/>
            <a:ext cx="3218688" cy="310896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契約原則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有誤回後端修正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Nullable / Required 保持一致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前端不自行定義平行 DTO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資料契約是前後端共同語言；修改 Model 後需要同步確認前端型別與 API 呼叫方式。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主要請求流程：前台 SSR / CSR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理解一個前台頁面從瀏覽器到資料庫，再回到畫面的基本路徑。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91640"/>
            <a:ext cx="2258568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286207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91640"/>
            <a:ext cx="2258568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Server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74243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691640"/>
            <a:ext cx="2258568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Router Loader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862279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691640"/>
            <a:ext cx="2258568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Adapter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200400"/>
            <a:ext cx="2258568" cy="777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 API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286207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004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200400"/>
            <a:ext cx="2258568" cy="777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 / Repo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74243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200400"/>
            <a:ext cx="2258568" cy="777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62279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0" y="32004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3200400"/>
            <a:ext cx="2258568" cy="7772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+ Hydration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SSR 首次請求產出 HTML；CSR 導頁後由 React Router、Loader 與 API Adapter 持續取得資料。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主要請求流程：後台表單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後台表單走共用 Form Template 與 FeatureDriver，不是每支功能重寫 CRUD。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91640"/>
            <a:ext cx="2258568" cy="777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Server Form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286207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691640"/>
            <a:ext cx="2258568" cy="777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Template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74243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691640"/>
            <a:ext cx="2258568" cy="777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Adapter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8622792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691640"/>
            <a:ext cx="2258568" cy="7772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ApiDataController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73152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200400"/>
            <a:ext cx="2258568" cy="777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BizService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286207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00400"/>
            <a:ext cx="73152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200400"/>
            <a:ext cx="2258568" cy="777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Graph / Repo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74243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73152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200400"/>
            <a:ext cx="2258568" cy="777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EF Core / SQL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622792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0" y="3200400"/>
            <a:ext cx="73152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3200400"/>
            <a:ext cx="2258568" cy="7772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ApiResponse / SysMessage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表單修改時，應先確認是否能沿用 Form Template、Adapter 與 FeatureDriver 既有流程。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的橫向架構能力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這些能力跨越前端與後端，不應視為單一 Component 或單一 API。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08760"/>
            <a:ext cx="3172968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OpenAPI / ApiResponse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契約一致性、型別來源、錯誤與業務訊息格式。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508760"/>
            <a:ext cx="3172968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I18n 多國語系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Route、Cookie、Header、Backend I18n Cache 串接。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508760"/>
            <a:ext cx="3172968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 / Permission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JWT、Cookie、Token State、權限與多分頁狀態。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337560"/>
            <a:ext cx="3172968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Cache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Metadata、Application Cache、Output Cache。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337560"/>
            <a:ext cx="3172968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 / SSR / Freego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無障礙操作、SSR 輸出與檢測需求。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092440" y="333756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3337560"/>
            <a:ext cx="3172968" cy="1417320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CSP、XSRF、CORS、Cookie、Header、弱掃。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當修改跨越這些能力時，需要特別確認前後端、品質驗證與文件是否同步。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A｜System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資料來源責任：依資訊類型確認正確來源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資料不一致時，先區分是在問程式實況、設計規範、修改原因或驗證狀態。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83080"/>
            <a:ext cx="5001768" cy="1097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程式實況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指定分支的 Code / 設定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83080"/>
            <a:ext cx="5001768" cy="1097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設計規範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內有效 Markdown 與規則清冊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383280"/>
            <a:ext cx="5001768" cy="1097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修改原因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/ PR / Issue / 決策紀錄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383280"/>
            <a:ext cx="5001768" cy="10972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驗證狀態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QA、白箱、AA、弱掃與 Release 驗證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資料不一致時，不要直接合併成單一結論；應分別列出實況、規範與建議更新來源。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Branch 與版控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從分支角色、任務判斷、提交內容到歷史追蹤，建立可回溯的開發流程。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Version Control · AI Entry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為什麼修改前要先判斷 Branch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是確認影響範圍與資料基準的第一個入口。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3152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2258568" cy="2377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避免改錯基準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main、Feature、Release、Spec 可能代表不同開發狀態。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611880" y="1874520"/>
            <a:ext cx="73152" cy="2377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874520"/>
            <a:ext cx="2258568" cy="2377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避免擴大影響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 客製問題不應直接污染共用框架。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73152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874520"/>
            <a:ext cx="2258568" cy="23774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方便追蹤原因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Issue、Commit、PR 才能正確串回修改背景。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89720" y="1874520"/>
            <a:ext cx="73152" cy="2377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874520"/>
            <a:ext cx="2258568" cy="2377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降低整合風險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前需要清楚知道每次修改是否可發布。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不是只用來保存檔案，而是用來記錄「為什麼改、改在哪、誰驗證」。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Branch 角色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先確認分支用途，再決定本次任務的處理基準。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490472"/>
            <a:ext cx="958291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預設分支；不可直接視為最新開發進度。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958291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Feature/Dev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Feature、SysCore、一般功能與架構開發主線。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93592"/>
            <a:ext cx="958291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Feature/Release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發布前整合、版本確認與必要 Hotfix。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4645152"/>
            <a:ext cx="958291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Spec####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指定客戶／專案的客製功能、版型與延伸。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判斷原則：先確認是共用功能問題，還是指定 Spec 的客製問題。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判斷流程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收到修改單後，先從影響範圍判斷分支。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73152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194560"/>
            <a:ext cx="202996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收到需求 / 異常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確認現象、版本、附件、重現條件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9456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194560"/>
            <a:ext cx="2029968" cy="109728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判斷影響範圍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單一站台、共用框架或尚未確認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97880" y="169164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1691640"/>
            <a:ext cx="2304288" cy="109728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共用問題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Feature/Dev 確認與處理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352044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3520440"/>
            <a:ext cx="2304288" cy="109728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客製問題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回指定 Spec#### 確認與處理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15400" y="219456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2194560"/>
            <a:ext cx="2350008" cy="109728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保留追蹤紀錄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Commit / PR / 驗證方式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當影響範圍未確定時，先查 Feature/Dev、指定 Spec 與歷史紀錄，不急著下結論。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常見任務與 Branch 對應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以下是判斷方向，實際仍以修改單、版本與專案規範為準。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08760"/>
            <a:ext cx="3172968" cy="14173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共用元件 Bug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通常先查 Feature/Dev。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508760"/>
            <a:ext cx="3172968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單一站台版型差異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通常先查指定 Spec####。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508760"/>
            <a:ext cx="3172968" cy="14173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前問題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Feature/Release 與發布範圍確認。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337560"/>
            <a:ext cx="3172968" cy="141732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 Hotfix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需確認發布版本、修正基準與回同步路徑。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337560"/>
            <a:ext cx="3172968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 / 規範調整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確認是否影響 Docs、AI_INDEX、開發規範。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8092440" y="333756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3337560"/>
            <a:ext cx="3172968" cy="1417320"/>
          </a:xfrm>
          <a:prstGeom prst="rect">
            <a:avLst/>
          </a:prstGeom>
          <a:solidFill>
            <a:srgbClr val="FEF2F2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品質驗證問題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同時確認程式、QA / 白箱 / AA / 弱掃紀錄。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判斷不只看檔案位置，也要看本次問題是否會影響共用框架與其他 Spec。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標準版控流程：讓修改可以被追蹤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完整流程應保留修改原因、異動範圍、影響範圍與驗證方式。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23160"/>
            <a:ext cx="125272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/ 修改單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1901952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1874520"/>
            <a:ext cx="475488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76272" y="242316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2423160"/>
            <a:ext cx="125272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Branch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529584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15384" y="1874520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03904" y="242316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2423160"/>
            <a:ext cx="125272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Docs / 入口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157216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43016" y="1874520"/>
            <a:ext cx="475488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31536" y="242316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423160"/>
            <a:ext cx="125272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 Code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784848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0648" y="1874520"/>
            <a:ext cx="475488" cy="256032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59168" y="2423160"/>
            <a:ext cx="73152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423160"/>
            <a:ext cx="125272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 / 驗證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412480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1874520"/>
            <a:ext cx="475488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0" y="24231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9952" y="2423160"/>
            <a:ext cx="125272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/ PR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040112" y="281635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725912" y="1874520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314432" y="242316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87584" y="2423160"/>
            <a:ext cx="125272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/ Release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程式修改只是流程的一部分；沒有可追蹤的背景與驗證，後續維護成本會提高。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/ PR 應留下什麼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提交紀錄要讓未來的人能理解這次修改的原因與影響。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37360"/>
            <a:ext cx="500176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修改原因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對應修改單、Issue、Bug 現象或需求背景。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737360"/>
            <a:ext cx="500176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異動範圍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列出主要修改檔案、模組與資料流位置。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29000"/>
            <a:ext cx="5001768" cy="12344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說明是否影響共用 Feature、Spec、API、資料契約或品質要求。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355080" y="342900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429000"/>
            <a:ext cx="5001768" cy="1234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Build、手動測試、QA、AA、弱掃或白箱檢查。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良好的 Commit / PR 不是寫給當下的人看，而是寫給未來維護與追查的人看。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整合與 Hotfix 概念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發布線不是一般開發線，修正時要特別確認版本與回同步。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73152" cy="2834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37360"/>
            <a:ext cx="3172968" cy="28346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Feature/Release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發布前整合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版本確認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 Hotfix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驗證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73152" cy="2834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37360"/>
            <a:ext cx="3172968" cy="28346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Hotfix 注意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確認正式站版本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縮小修改範圍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保留驗證紀錄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確認是否需回同步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73152" cy="2834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737360"/>
            <a:ext cx="3172968" cy="28346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文件同步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規範變更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部署變更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品質驗證結果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說明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發布階段更重視穩定、可追蹤與可回復，不適合順手擴大重構。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B｜Git / Version Control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History：Issue、PR、Commit 的關係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查歷史時，不只看誰改了 Code，也要看當時為什麼這樣改。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960120" y="196596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965960"/>
            <a:ext cx="2304288" cy="14630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需求、Bug、驗證結果、討論與分流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3429000" y="2468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73152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1965960"/>
            <a:ext cx="2304288" cy="14630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修改範圍、Review、測試與合併紀錄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95160" y="196596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965960"/>
            <a:ext cx="2304288" cy="14630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實際異動、檔案差異與修改時間點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464040" y="2468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12680" y="196596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85832" y="1965960"/>
            <a:ext cx="1344168" cy="14630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規範與決策同步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完整追查順序：現象 → Issue / PR → Commit → Code → Docs / 規範。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73F68"/>
          </a:solidFill>
          <a:ln w="12700">
            <a:solidFill>
              <a:srgbClr val="173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開發入口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先讀對資料、問對問題、輸出可驗證的分析與修改方向。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Version Control · AI Entry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0" y="594360"/>
            <a:ext cx="256032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入口的目的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入口不是替代判斷，而是讓 AI 先建立正確上下文。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3152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2258568" cy="2377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確認資料基準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Repository、Branch、附件與任務範圍。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611880" y="1874520"/>
            <a:ext cx="73152" cy="2377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874520"/>
            <a:ext cx="2258568" cy="2377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導向正式文件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Docs、AI_INDEX、架構與開發規範。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73152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874520"/>
            <a:ext cx="2258568" cy="23774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避免重複造輪子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先搜尋既有 SysCore、Helper、Hook、Component、Service。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89720" y="1874520"/>
            <a:ext cx="73152" cy="2377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874520"/>
            <a:ext cx="2258568" cy="2377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保留可驗證結論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輸出修改點、影響範圍與驗證方式。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使用前的最大風險，是沒有告訴它「本次應以哪個 Branch、哪些文件、哪些限制為準」。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進入 WCMS 的閱讀順序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開始分析前，先讓 AI 依正式入口建立專案上下文。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44168" y="162763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Repo / Branch / 任務
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355080" y="16459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22008" y="162763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Docs/WCMS_AI資料讀取入口.md
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44168" y="258775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Docs/README.md
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22008" y="258775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Docs/AI_INDEX.yml
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44168" y="354787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系統架構文件
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355080" y="356616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354787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共通與端別開發規範
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44168" y="450799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/ 品質 / 歷程文件
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6355080" y="452628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22008" y="4507992"/>
            <a:ext cx="43708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 Code、Issue、PR、Commit
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重點：AI 不應只依舊對話或記憶判斷，必須回到指定 Branch 與正式文件。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 的作用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 是快速定位索引，不取代正式架構與規範。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73152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45920"/>
            <a:ext cx="3172968" cy="32918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提供導航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入口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前後端核心路徑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/ Spec 路徑模式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建議搜尋順序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73152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45920"/>
            <a:ext cx="3172968" cy="32918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協助搜尋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功能名稱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PGID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名稱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Route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錯誤訊息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73152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45920"/>
            <a:ext cx="3172968" cy="32918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不取代實作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索引只負責定位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實際行為仍以 Code 為準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規則內容回正式 Markdown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AI_INDEX 能提高找資料速度，但不能把索引摘要當成最終規格。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AI 前應提供的任務包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背景越完整，AI 越能依 WCMS 現況做出正確判斷。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91640"/>
            <a:ext cx="504748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任務背景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修改單、異常現象、預期行為、重現步驟。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91640"/>
            <a:ext cx="504748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版本基準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Repository、Branch、附件、指定 Commit 或正式站版本。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383280"/>
            <a:ext cx="5047488" cy="123444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範圍限制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只改前端、只改後端、只處理 Spec 或需回 Feature。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383280"/>
            <a:ext cx="5047488" cy="1234440"/>
          </a:xfrm>
          <a:prstGeom prst="rect">
            <a:avLst/>
          </a:prstGeom>
          <a:solidFill>
            <a:srgbClr val="FFF7ED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輸出要求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問題判斷、異動檔案、修改方向、驗證方式。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建議把「請以 Feature/Dev 或指定 Spec 為準」寫清楚，避免 AI 以錯誤基準推論。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協作流程：從分析到修改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不是直接跳到改 Code，而是先協助定位與縮小範圍。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438912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331720"/>
            <a:ext cx="134416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讀入口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30552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1828800"/>
            <a:ext cx="438912" cy="25603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331720"/>
            <a:ext cx="134416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確認資料源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05072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438912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3317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331720"/>
            <a:ext cx="134416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搜尋既有能力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9592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438912" cy="256032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33172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331720"/>
            <a:ext cx="134416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判斷影響範圍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54112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0" y="1828800"/>
            <a:ext cx="438912" cy="256032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83880" y="2331720"/>
            <a:ext cx="73152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2331720"/>
            <a:ext cx="1344168" cy="123444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提出最小修改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28632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61320" y="1828800"/>
            <a:ext cx="438912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8400" y="233172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1552" y="2331720"/>
            <a:ext cx="1344168" cy="123444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驗證與提交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複雜需求應分階段處理，每次先提出可驗證的小步驟。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分析輸出應包含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讓輸出能直接銜接開發、Review 與驗證流程。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490472"/>
            <a:ext cx="949147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問題判斷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描述根因、現象與目前可確認／不可確認事項。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2542032"/>
            <a:ext cx="949147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異動檔案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列出預計修改的檔案、原因與是否影響共用能力。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438912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93592"/>
            <a:ext cx="949147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修改方向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說明沿用既有框架、Hook、Service、Repository 或 Template 的方式。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438912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4645152"/>
            <a:ext cx="9491472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 Build、測試、手動驗證、AA、弱掃或白箱檢查項目。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沒有實際執行 Build、測試、Freego 或弱掃時，不能寫成已通過。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使用注意事項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可以加速分析，但不能取代正式資料來源與驗證流程。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4251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建議做法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 Branch 與任務範圍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要求先讀入口與 Docs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要求搜尋既有能力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要求列出影響範圍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要求提供驗證方式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73152" cy="4251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27632"/>
            <a:ext cx="5138928" cy="4251960"/>
          </a:xfrm>
          <a:prstGeom prst="rect">
            <a:avLst/>
          </a:prstGeom>
          <a:solidFill>
            <a:srgbClr val="F8FB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避免做法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未確認 Branch 就改 Code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只依舊對話推論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建立重複 Helper 或平行流程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忽略 AA / SSR / 安全影響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未驗證卻宣稱通過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的價值在於協助定位、比對與整理；正式結論仍需回到 Code、Docs 與驗證結果。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C｜AI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整合練習：遇到 Spec 異常時的分析流程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以一個 Spec 異常為例，串接 Branch、Docs、Git History 與 AI 分析。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167335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確認異常現象與指定 Branch
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67728" y="167335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確認是否有附件、版本或正式站基準
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272491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AI 入口與相關 Docs
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67728" y="272491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 Feature/Dev 與 Spec 實作
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38912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35608" y="377647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搜尋相近 Feature、Helper、Hook、Service
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400800" y="3794760"/>
            <a:ext cx="43891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67728" y="3776472"/>
            <a:ext cx="4325112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提出最小修改方案與驗證方式
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練習重點：不要先猜哪支 Code 錯；先依資料流與版本基準縮小範圍。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 教育訓練｜Day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0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WCMS｜System Architecture · Git · AI Entry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1155680" cy="0"/>
          </a:xfrm>
          <a:prstGeom prst="line">
            <a:avLst/>
          </a:prstGeom>
          <a:noFill/>
          <a:ln w="8890">
            <a:solidFill>
              <a:srgbClr val="D7E3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結語：先建立地圖，再進入實作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後續三天會依序進入前端框架、後端框架與修改單提交流程。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91640"/>
            <a:ext cx="3172968" cy="3017520"/>
          </a:xfrm>
          <a:prstGeom prst="rect">
            <a:avLst/>
          </a:prstGeom>
          <a:solidFill>
            <a:srgbClr val="EFF6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今天要帶走的能力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WCMS 是可延伸的共用框架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 Browser、Frontend、Backend、DB 的關係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能區分 Feature 與 Spec 問題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知道從 Docs、Git 與 AI 入口定位問題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73152" cy="3017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91640"/>
            <a:ext cx="3172968" cy="3017520"/>
          </a:xfrm>
          <a:prstGeom prst="rect">
            <a:avLst/>
          </a:prstGeom>
          <a:solidFill>
            <a:srgbClr val="ECFDF5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後續課程銜接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2：前端系統框架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3：後端系統框架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4：修改單、Commit、PR 與 QA 驗證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73152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691640"/>
            <a:ext cx="3172968" cy="3017520"/>
          </a:xfrm>
          <a:prstGeom prst="rect">
            <a:avLst/>
          </a:prstGeom>
          <a:solidFill>
            <a:srgbClr val="F5F3FF"/>
          </a:solidFill>
          <a:ln w="10160">
            <a:solidFill>
              <a:srgbClr val="D7E3F1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工作原則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 Branch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先讀入口與 Docs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先判斷影響範圍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再修改 Code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再保留可追蹤紀錄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85800" y="6263640"/>
            <a:ext cx="10058400" cy="301752"/>
          </a:xfrm>
          <a:prstGeom prst="rect">
            <a:avLst/>
          </a:prstGeom>
          <a:solidFill>
            <a:srgbClr val="EDF5FF"/>
          </a:solidFill>
          <a:ln w="6350">
            <a:solidFill>
              <a:srgbClr val="D5E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到這裡完成：系統地圖、版控判斷與 AI 進入方式。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84280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WCMS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WCMS教育訓練 Day 1｜系統架構、Git 版控與 AI 開發入口</dc:title>
  <dc:subject>WCMS Day 1 Education Training</dc:subject>
  <dc:creator>WCMS</dc:creator>
  <cp:lastModifiedBy>WCMS</cp:lastModifiedBy>
  <cp:revision>1</cp:revision>
  <dcterms:created xsi:type="dcterms:W3CDTF">2026-08-19T11:47:30Z</dcterms:created>
  <dcterms:modified xsi:type="dcterms:W3CDTF">2026-08-19T11:47:30Z</dcterms:modified>
</cp:coreProperties>
</file>