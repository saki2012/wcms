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17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WCMS教育訓練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3｜後端系統框架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713232" y="27432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Program Composition、FeatureDriver、Form Aggregate 到 Security / Cache / Persistence 的完整後端地圖</a:t>
            </a:r>
            <a:endParaRPr lang="en-US" sz="1360" dirty="0"/>
          </a:p>
        </p:txBody>
      </p:sp>
      <p:sp>
        <p:nvSpPr>
          <p:cNvPr id="6" name="Shape 4"/>
          <p:cNvSpPr/>
          <p:nvPr/>
        </p:nvSpPr>
        <p:spPr>
          <a:xfrm>
            <a:off x="8823960" y="1097280"/>
            <a:ext cx="7315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97112" y="1097280"/>
            <a:ext cx="2487168" cy="566928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API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8823960" y="1874520"/>
            <a:ext cx="7315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1874520"/>
            <a:ext cx="2487168" cy="566928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Framework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8823960" y="265176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7112" y="2651760"/>
            <a:ext cx="2487168" cy="566928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Infrastructure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 / Auth / DB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713232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資料基準：Feature/Dev｜2026-08-19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WCMS｜Backend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本日學習目標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WCMS 後端不是只有 Controller 與 EF Core，而是一套可重用的 FeatureDriver 與平台服務框架。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73152" cy="2606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74520"/>
            <a:ext cx="2350008" cy="2606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看懂啟動架構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Program.cs 如何作為 Composition Root，透過 Module Setup 組合平台、資料、Feature 與安全。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3566160" y="1874520"/>
            <a:ext cx="73152" cy="2606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874520"/>
            <a:ext cx="2350008" cy="2606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看懂資料主線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→ Biz → Form Graph → Repository → DbContext 的標準資料流。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6355080" y="1874520"/>
            <a:ext cx="73152" cy="2606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874520"/>
            <a:ext cx="2350008" cy="2606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看懂共用框架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FeatureDriver、Form Aggregate、Cache、Auth、I18n、Auditing 等共用能力。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9144000" y="1874520"/>
            <a:ext cx="73152" cy="2606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874520"/>
            <a:ext cx="2350008" cy="2606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看懂追查方法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 API 問題時，能依 Endpoint、Feature、Biz、Repository、DB 與 Cache 定位。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本日不逐支 API 教學，而是建立「後端框架地圖」與標準追查路徑。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WCMS｜Backend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四天訓練路線圖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今天承接 Day 2 的前端資料流，往後端 API、Biz、Repository 與資料庫層展開。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64008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331720"/>
            <a:ext cx="1984248" cy="205740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/ 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整體地圖與治理入口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0" y="1828800"/>
            <a:ext cx="640080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23317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331720"/>
            <a:ext cx="1984248" cy="205740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前端系統框架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Runtime、Route、API、Form、Spec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1828800"/>
            <a:ext cx="64008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2331720"/>
            <a:ext cx="73152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331720"/>
            <a:ext cx="1984248" cy="205740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後端系統框架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API、Biz、Repository、Persistence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784080" y="1828800"/>
            <a:ext cx="6400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98280" y="2331720"/>
            <a:ext cx="73152" cy="2057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71432" y="2331720"/>
            <a:ext cx="1984248" cy="205740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修改單與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提交流程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Issue、Commit、PR、QA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的目標是讓接手者看到 API 問題時，不只會搜尋 Controller，而能一路追到資料、快取與權限。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WCMS｜Backend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課程地圖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依序從後端啟動、FeatureDriver 資料框架、橫向服務，到實際追查與 Code Review。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149047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與 Module Composition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技術基線、目錄責任、Program 啟動順序、HTTP Pipeline、部署基線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64208" y="254203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與資料框架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ApiDataController、BizService、Form Aggregate、Repository、DbContext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097280" y="361188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359359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平台橫向服務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Cache、Auth、Permission、I18n、Security、Auditing、Migration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464515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維護與問題追查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追查路徑、Backend Review 優先序、目前限制與注意事項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頁數會比一般簡報多，但每頁只講一個精準概念，避免把多年的細節混在同一頁。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WCMS｜Backend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本次教材基準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Feature/Dev 的正式架構文件與目前程式路徑交叉核對，區分已落地、正在收斂與後續規劃。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73152" cy="3429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00200"/>
            <a:ext cx="3172968" cy="342900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後端架構文件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Docs/…/03_後端專案架構.md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Version 1.1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最後確認：2026-08-10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描述第一階段 Code Review 後的後端主線架構。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62272" y="1600200"/>
            <a:ext cx="73152" cy="3429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600200"/>
            <a:ext cx="3172968" cy="342900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整體架構文件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Docs/…/01_整體專案架構.md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Version 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最後確認：2026-08-03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補足執行拓樸、Feature / Spec、Cache、Security、Migration 與部署。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73152" cy="3429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600200"/>
            <a:ext cx="3172968" cy="342900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Code 入口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WCMS.csproj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 / SysCore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/ Persistence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 / Security / IAM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文件明確標記規劃中或未確認內容時，教材不把它描述成已完成能力。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13232" y="599846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Source: Docs/01_研發與技術文件/01_系統架構/01_整體專案架構.md；03_後端專案架構.md</a:t>
            </a:r>
            <a:endParaRPr lang="en-US" sz="5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A｜Runtime 與 Module Composition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先理解 ASP.NET Core 後端如何啟動、如何組合模組，以及 Request 進入 Controller 前會經過哪些層。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· Program · Module Setup · Middleware Pipeline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目前後端技術基線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Feature/Dev 後端主線目前為 ASP.NET Core Web + EF Core + SQL Server，實際 Target Framework 已是 .NET 10。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73152" cy="3063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37360"/>
            <a:ext cx="2304288" cy="30632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Framework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.NET 10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Web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IIS OutOfProcess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566160" y="1737360"/>
            <a:ext cx="73152" cy="3063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737360"/>
            <a:ext cx="2304288" cy="30632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EF Core 10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DbContext Pool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73152" cy="3063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737360"/>
            <a:ext cx="2304288" cy="30632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/ Auth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Swashbuckle / OpenAPI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Bearer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73152" cy="3063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737360"/>
            <a:ext cx="2304288" cy="30632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Infra / Tooling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NLog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HtmlAgilityPack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PDFsharp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System.Text.Json 主線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專案需求是 ASP.NET Core 8.0 以上；目前 Feature/Dev 實作已使用 .NET 10，教材以現況為準。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後端主要目錄責任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先用五個入口理解後端程式放置位置與責任邊界。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73152" cy="4389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54480"/>
            <a:ext cx="2258568" cy="43891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Program.cs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Composition Root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Module Setup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Middleware Pipeline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Startup Initializer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責任：組裝，不放單一 Feature 細節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154680" y="1554480"/>
            <a:ext cx="73152" cy="4389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554480"/>
            <a:ext cx="2258568" cy="43891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 / WEB / COMM / MAT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_Resx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Setup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Migration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責任：標準功能垂直切片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623560" y="1554480"/>
            <a:ext cx="73152" cy="4389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96712" y="1554480"/>
            <a:ext cx="2258568" cy="43891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Persistence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PlatformServices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 / Auditing / I18n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責任：共用平台能力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092440" y="1554480"/>
            <a:ext cx="73152" cy="4389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554480"/>
            <a:ext cx="1527048" cy="43891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SpecFeatures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專案後端延伸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條件編譯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Registration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責任：可選客製化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9829800" y="1554480"/>
            <a:ext cx="73152" cy="4389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02952" y="1554480"/>
            <a:ext cx="1618488" cy="438912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Scripts / Settings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UDF SQL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appsettings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Publish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web.config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責任：部署與環境設定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維護時先判斷問題屬於 Feature、SysCore、Spec 還是部署／環境，不要直接全專案亂改。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Program.cs 的定位：Composition Root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Program.cs 的重點不是堆疊所有實作，而是負責把各 Module 註冊與 Pipeline 串起來。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011680"/>
            <a:ext cx="2070202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SpecSettings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讀取目前 SpecCode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決定編譯與啟動上下文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6002" y="201168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9154" y="2011680"/>
            <a:ext cx="2070202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Module Setup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/ DB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/ Cache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Auditing / Features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09083" y="20116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2235" y="2011680"/>
            <a:ext cx="2070202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Host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DI Container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2165" y="201168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5317" y="2011680"/>
            <a:ext cx="2070202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Pipeline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Middleware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15246" y="201168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8398" y="2011680"/>
            <a:ext cx="2070202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Startup Tasks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/ Cache / IAM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初始化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16052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160520"/>
            <a:ext cx="10259568" cy="10515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設計重點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Program.cs 保持為組裝入口；單一 Feature 的 Model、Biz、API、初始化細節，應由各 Module 或 Feature 自己提供註冊。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遇到啟動問題時，先確認是哪一個 Module Setup 或 Pipeline 階段，而不是直接修改業務 Feature。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啟動註冊順序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後端服務啟動是有順序的，錯誤的註冊順序會影響 DB、Cache、FeatureDriver、Auth 與安全設定。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1673352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SpecSettings.Init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先解析目前 Spec 上下文。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68680" y="2624328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35608" y="2606040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/ Persistence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平台服務與 DbContext 先準備好。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868680" y="3557016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35608" y="3538728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/ Cache / Auditing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資料框架、快取與日誌基礎註冊。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68680" y="4489704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4471416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 / Hardening / IdentityAccess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標準功能、安全設定與登入權限註冊。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868680" y="5422392"/>
            <a:ext cx="438912" cy="310896"/>
          </a:xfrm>
          <a:prstGeom prst="rect">
            <a:avLst/>
          </a:prstGeom>
          <a:solidFill>
            <a:srgbClr val="059669"/>
          </a:solidFill>
          <a:ln>
            <a:solidFill>
              <a:srgbClr val="059669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35608" y="5404104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 / ConfigurePipeline / StartupInitializer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App，設定 Pipeline，執行初始化任務。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註冊順序是後端框架的一部分；新增平台能力時應確認放在正確 Module，而不是隨意塞進 Program。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Module 責任分工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 Module 對應不同層的能力，讓 Program 不必直接知道所有底層細節。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73152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00200"/>
            <a:ext cx="4864608" cy="676656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PlatformServices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IIS、Response Compression、HttpClient、Captcha、FilePath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73152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514600"/>
            <a:ext cx="4864608" cy="676656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Persistence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Connection、DbContext Pool、Interceptor、DB Startup</a:t>
            </a:r>
            <a:endParaRPr lang="en-US" sz="109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73152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429000"/>
            <a:ext cx="4864608" cy="676656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Controller、Swagger、Biz、Repository、Form Graph、版本</a:t>
            </a:r>
            <a:endParaRPr lang="en-US" sz="1090" dirty="0"/>
          </a:p>
        </p:txBody>
      </p:sp>
      <p:sp>
        <p:nvSpPr>
          <p:cNvPr id="13" name="Shape 11"/>
          <p:cNvSpPr/>
          <p:nvPr/>
        </p:nvSpPr>
        <p:spPr>
          <a:xfrm>
            <a:off x="777240" y="4343400"/>
            <a:ext cx="73152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4343400"/>
            <a:ext cx="4864608" cy="676656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 / Distributed Store、Runtime Cache、Output Cache</a:t>
            </a:r>
            <a:endParaRPr lang="en-US" sz="1090" dirty="0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73152" cy="6766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600200"/>
            <a:ext cx="4864608" cy="676656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Auditing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Error Helper、Operate Log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6309360" y="2514600"/>
            <a:ext cx="73152" cy="6766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514600"/>
            <a:ext cx="4864608" cy="676656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IAM、WEB、COMM、舊資料 Migration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6309360" y="3429000"/>
            <a:ext cx="73152" cy="6766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3429000"/>
            <a:ext cx="4864608" cy="676656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Hardening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CORS、XSRF、Cookie、HSTS、安全標頭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6309360" y="4343400"/>
            <a:ext cx="73152" cy="6766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4343400"/>
            <a:ext cx="4864608" cy="676656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IdentityAccess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JWT、Current User、Permission、Token State</a:t>
            </a: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Module 分工後，才知道新增服務、調整安全、處理快取或改 Feature 時要碰哪一層。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Middleware Pipeline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 進入 Controller 前，已先經過錯誤處理、Proxy、Cookie、安全、XSRF、語系與權限流程。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3152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20240"/>
            <a:ext cx="1717548" cy="1508760"/>
          </a:xfrm>
          <a:prstGeom prst="rect">
            <a:avLst/>
          </a:prstGeom>
          <a:solidFill>
            <a:srgbClr val="FEF2F2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Error Handling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最外層接住未處理例外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85060" y="192024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8212" y="1920240"/>
            <a:ext cx="1717548" cy="15087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Headers / Cookie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Forwarded Headers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Cookie Policy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67200" y="192024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0352" y="1920240"/>
            <a:ext cx="1717548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Headers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XSRF / Localization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9340" y="192024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2492" y="1920240"/>
            <a:ext cx="1717548" cy="15087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Swagger / HTTPS / CORS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存取控制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傳輸與跨域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31480" y="192024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4632" y="1920240"/>
            <a:ext cx="1717548" cy="15087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/ Cache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 Cache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913620" y="1920240"/>
            <a:ext cx="73152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6772" y="1920240"/>
            <a:ext cx="1717548" cy="150876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MapControllers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73152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160520"/>
            <a:ext cx="10259568" cy="1143000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追查提示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如果問題是 401 / 403 / XSRF / CORS / Header / Cache，不一定要先改 Controller；通常要先確認 Pipeline 或 Hardening / IdentityAccess 設定。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Middleware 順序本身就是架構契約；Authentication 必須先於 Authorization，Output Cache 在 Controller 前套用。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API Request 的外層邊界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只是 Request 進入業務流程的入口；前面已經通過多個平台守門。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1463040" y="1508760"/>
            <a:ext cx="73152" cy="74615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6192" y="1508760"/>
            <a:ext cx="9253728" cy="74615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IIS / Reverse Proxy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Host、HTTPS、Forwarded Headers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1463040" y="2328062"/>
            <a:ext cx="73152" cy="74615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192" y="2328062"/>
            <a:ext cx="9253728" cy="74615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Pipeline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Headers、CORS、XSRF、Localization、Auth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1463040" y="3147365"/>
            <a:ext cx="73152" cy="746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3147365"/>
            <a:ext cx="9253728" cy="74615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ApiBaseController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Message、Current User、Permission、Cache、Operate Log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463040" y="3966667"/>
            <a:ext cx="73152" cy="74615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36192" y="3966667"/>
            <a:ext cx="9253728" cy="74615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API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ApiDataController&lt;TFormModel&gt; 或特殊 Endpoint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463040" y="4785970"/>
            <a:ext cx="73152" cy="74615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4785970"/>
            <a:ext cx="9253728" cy="74615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 / Repository / DB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Transaction、Validation、Form Graph、EF Core、SQL Server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後端問題要先判斷是平台層、API 層、業務層、資料層或部署層。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A｜Runtime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建置與部署基線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後端目前以 Windows / IIS OutOfProcess 為實際部署主線，Docker / Linux / Redis 屬後續規劃。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目前後端發布設定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IIS OutOfProcess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win-x64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Framework-dependent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ReadyToRun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只發布正式 appsettings.json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 web.config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UDF SQL 複製至輸出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Target Framework：net10.0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不能過度宣稱的內容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不能把 Docker / Linux / Redis 當成已完成部署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不能把 Distributed Cache 當成已啟用保證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不能把 Rate Limiting 入口當成 Pipeline 已啟用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不能把 GraphQL 套件當成後端主線已完成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正式站設定仍需核對 appsettings / IIS / web.config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教材以目前 Feature/Dev 實況為準：已規劃但尚未落地的事項要清楚標示。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 與資料框架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後端的核心不是每個 API 自己重寫 CRUD，而是由 FeatureDriver 統一處理標準資料型功能。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FeatureDriver · Form Aggregate · Biz · Repository · EF 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是什麼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是後端資料型功能的主框架，用來統一 Form Aggregate、CRUD、Metadata 與 Repository 流程。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73152" cy="3383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3264408" cy="33832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它解決的問題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標準 CRUD 不重複寫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Root / Detail / SubDetail 統一處理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Transaction / Key / Lifecycle 集中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API Schema 與 Form Metadata 可追溯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 Biz 保留特殊業務空間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73152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554480"/>
            <a:ext cx="3264408" cy="33832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它不是什麼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不是把所有業務邏輯塞進 Controller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不是只靠 DTO 手動 Mapping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不是每個 Feature 自己寫一套 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不是為了省檔案，而是為了統一契約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1554480"/>
            <a:ext cx="73152" cy="3383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1554480"/>
            <a:ext cx="3264408" cy="33832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接手時要記住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標準功能先找 FeatureDriver 的共用能力；只有真正特殊的業務規則，才進 Feature Biz 或特殊 Endpoint。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是後端維護的主幹：看不懂它，就會把每個 API 都改成一次性程式。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標準資料流：API 到資料庫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標準資料型功能從 Controller 進入後，經過 Biz、Form Graph、Repository，再進入 DbContext。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965960"/>
            <a:ext cx="1763268" cy="15087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Xxx_Api.cs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ApiDataController&lt;T&gt;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21052" y="196596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4204" y="1965960"/>
            <a:ext cx="1763268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Hooks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30624" y="196596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3776" y="1965960"/>
            <a:ext cx="1763268" cy="15087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Operations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 / Write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 / Detail / SubDetail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0196" y="196596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3348" y="1965960"/>
            <a:ext cx="1763268" cy="15087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FormGraphRepoScope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 Repo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 Repos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SubDetail Repos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9768" y="1965960"/>
            <a:ext cx="73152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2920" y="1965960"/>
            <a:ext cx="1763268" cy="150876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BasicRepository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 / CUD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EF Metadata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959340" y="1965960"/>
            <a:ext cx="73152" cy="1508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32492" y="1965960"/>
            <a:ext cx="1763268" cy="150876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ApplicationDbContext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41605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160520"/>
            <a:ext cx="10442448" cy="10515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設計重點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API 應盡量保持薄；標準查詢、寫入、Key、Lifecycle 與 Transaction 由共用框架處理，Feature Biz 保留必要的特殊規則。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這條主線是 Day 3 最重要的後端追查路徑。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垂直切片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一個標準 Feature 通常用 Model、Biz、API 組成一個可維護的垂直切片。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73152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45920"/>
            <a:ext cx="3172968" cy="32461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Xxx_Model.cs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SubDetail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Metadata Attribute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 Schema 來源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Graph 契約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73152" cy="3246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45920"/>
            <a:ext cx="3172968" cy="32461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Xxx_Biz.cs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/ After Hook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業務驗證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 Normalize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Content Check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特殊查詢或寫入規則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73152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645920"/>
            <a:ext cx="3172968" cy="32461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Xxx_Api.cs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入口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繼承共用 Controller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必要特殊 Endpoint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權限與 Output Cache 標記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 CRUD 不應在每個 Feature 重寫；Feature 檔案只補上該功能真正需要的差異。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與 Form Aggregate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後端正往 Strong Form Model 收斂，Root / Detail / SubDetail 是資料與表單的共同語言。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920240"/>
            <a:ext cx="3108960" cy="15544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Header 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InternalId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43984" y="1920240"/>
            <a:ext cx="73152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920240"/>
            <a:ext cx="3108960" cy="15544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Detail[]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明細集合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Parent 關係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RowId / RowNo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90688" y="1920240"/>
            <a:ext cx="73152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920240"/>
            <a:ext cx="3108960" cy="15544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SubDetail[]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次明細集合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 / 關聯資料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深層 Graph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4069080"/>
            <a:ext cx="73152" cy="1234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069080"/>
            <a:ext cx="4681728" cy="123444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常見基底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DbModel、BasicModel、HeaderModel、WEBModel、FormDetailModel、IFormModel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0690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4069080"/>
            <a:ext cx="468172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契約意義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 Model 同時支援 EF 關係、API Schema、Form Metadata 與 FeatureDriver Graph。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新增或修改 Model 時，不能只想資料庫欄位，也要想 API、Form、Metadata 與前端型別。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Attribute 的架構作用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Attribute 不只是註解，它會影響 EF 關係、API 欄位、OpenAPI Schema、顯示名稱與 Form Graph。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4727448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[Key]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定義主鍵與資料識別。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868680" y="269748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697480"/>
            <a:ext cx="4727448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[ForeignKey]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 Root / Detail / SubDetail 關聯。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68680" y="384048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840480"/>
            <a:ext cx="4727448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[InverseProperty]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 EF 與 Form Graph 判斷 Navigation。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554480"/>
            <a:ext cx="4727448" cy="8229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[LibField]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控制欄位讀寫、Metadata 與 API 行為。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72200" y="269748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2697480"/>
            <a:ext cx="4727448" cy="8229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[LibStr]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定義字串長度與資料庫契約。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172200" y="384048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3840480"/>
            <a:ext cx="4727448" cy="8229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[LibDesc]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定義顯示名稱與前端 ModelDisplay。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Attribute 改動可能同時影響資料庫、API、前端欄位顯示與表單寫入；需要做完整影響範圍確認。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Model 直接作為 API 契約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主線正在減少與 Model 同構的重複 DTO，標準 CRUD 直接以 Form Aggregate Model 作為契約。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目前主線方向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Create(TFormModel)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Update(ApiRequest&lt;TFormModel&gt;)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QueryData → ApiResponse&lt;TFormModel&gt;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QueryList → ApiResponse&lt;TFormModel&gt;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Model 是 OpenAPI Schema 來源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前端以 components["schemas"] 對接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仍可存在的例外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 Request / Response 可以存在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特殊查詢可建立專用契約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不可為每個 CRUD 重複建立同構 DTO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 有誤時回後端修正，不由前端手寫補丁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契約收斂的目標是降低前後端 DTO 漂移，而不是禁止所有特殊 DTO。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層的繼承與責任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標準資料 API 並非所有能力都寫在一支 Controller，而是分層提供共用能力。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1417320" y="1600200"/>
            <a:ext cx="73152" cy="83439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0472" y="1600200"/>
            <a:ext cx="9390888" cy="83439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ApiBaseController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Message、Current User、Permission、Cache、Operate Log 基礎能力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1417320" y="2526030"/>
            <a:ext cx="73152" cy="83439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2526030"/>
            <a:ext cx="9390888" cy="83439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ApiDataQueryController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QueryList、Count、ModelDisplay、Field Policy、Spec Query Hook、Output Cache Tag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1417320" y="3451860"/>
            <a:ext cx="73152" cy="83439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0472" y="3451860"/>
            <a:ext cx="9390888" cy="83439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ApiDataController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Create、Update、Delete、Invalid、QueryData、InitialCreateData、Cache Eviction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417320" y="4377690"/>
            <a:ext cx="73152" cy="83439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0472" y="4377690"/>
            <a:ext cx="9390888" cy="83439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Xxx_Api.cs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繼承共用 Controller，只增加必要特殊 Endpoint 或權限差異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BatchInvalid、BatchDelete 目前仍未實作；不要在教材或規格中把它們視為已完成能力。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 契約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後端標準回應以 SysMessage 決定成功與否，Data 以陣列語意承載資料。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73152" cy="3108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00200"/>
            <a:ext cx="3218688" cy="31089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bool IsSuccess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IList&lt;SysMessageModel&gt; SysMessage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IsSuccess 由 SysMessage 是否包含 Error 計算。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73152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00200"/>
            <a:ext cx="3218688" cy="31089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ApiResponse&lt;T&gt;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IList&lt;T&gt;? Data = []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目前宣告 nullable，但預設為空陣列；後續契約方向應收斂成不為 Null 的陣列語意。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1600200"/>
            <a:ext cx="73152" cy="3108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1600200"/>
            <a:ext cx="3218688" cy="31089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前端對接注意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 2xx → HTTP / Auth / 系統錯誤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2xx + IsSuccess=false → 業務訊息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2xx + IsSuccess=true → 正常資料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 是前後端契約核心；泛型語意不一致會直接影響 Loader、Hook、FormModel 與 OpenAPI 型別。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BizService：Form Aggregate 的業務門面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BizService&lt;TFormModel&gt; 統一公開標準資料操作，Feature Biz 透過 Hook 補上業務差異。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737360"/>
            <a:ext cx="73152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737360"/>
            <a:ext cx="2258568" cy="21488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/ Update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BizCreateDataAsync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BizUpdateDataAsync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3611880" y="1737360"/>
            <a:ext cx="73152" cy="2148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737360"/>
            <a:ext cx="2258568" cy="21488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Delete / Invalid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BizDeleteDataAsync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BizInvalidDataAsync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73152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737360"/>
            <a:ext cx="2258568" cy="21488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BizQueryDataAsync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BizQueryListAsync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BizQueryTotalCounts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9098280" y="1737360"/>
            <a:ext cx="73152" cy="2148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1737360"/>
            <a:ext cx="2258568" cy="21488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Init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BizInitCreateDatasAsync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1005840" y="443484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434840"/>
            <a:ext cx="10076688" cy="8229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Public Biz 主流程負責統一交易與資料生命週期；Protected Virtual Hook 才是 Feature 補充特殊規則的位置。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不要在 Controller 直接繞過 Biz 進 Repository，否則交易、驗證、日誌與 Cache Eviction 可能不一致。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 內部 Operations 分工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BizService 本身不把所有邏輯塞在一支方法，而是組合多個 Operation。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73152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08760"/>
            <a:ext cx="4727448" cy="786384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FormQueryOperations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Aggregate 單筆、清單、計數查詢。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868680" y="2624328"/>
            <a:ext cx="73152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624328"/>
            <a:ext cx="4727448" cy="786384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FormWriteOperations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 / Detail / SubDetail CUD。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868680" y="3739896"/>
            <a:ext cx="73152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739896"/>
            <a:ext cx="4727448" cy="786384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FormGraphCollector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收集與解析 Aggregate Graph。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73152" cy="7863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508760"/>
            <a:ext cx="4727448" cy="786384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FormLifecycleFieldApplier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建立人員、修改人員、時間等生命週期欄位。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6172200" y="2624328"/>
            <a:ext cx="73152" cy="7863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2624328"/>
            <a:ext cx="4727448" cy="786384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FormAggregateKeyCoordinator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Id、RowId、ParentRowId 協調。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172200" y="3739896"/>
            <a:ext cx="73152" cy="7863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3739896"/>
            <a:ext cx="4727448" cy="786384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BizTransactionExecutor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Transaction 與錯誤訊息管理。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 Biz 方法過長或責任混亂時，應檢查是否應交給既有 Operation 或新增清楚的子責任。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Biz Hook 的使用位置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差異應進入明確 Hook，而不是破壞共用流程。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74520"/>
            <a:ext cx="2546604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Create / Update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Normalize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補預設值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4428" y="187452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7580" y="1874520"/>
            <a:ext cx="2546604" cy="15087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SaveChanges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跨欄位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跨明細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/ 檔案檢查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63056" y="187452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874520"/>
            <a:ext cx="2546604" cy="15087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After SaveChanges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後續處理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 / Log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衍生資料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01684" y="187452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4836" y="1874520"/>
            <a:ext cx="2546604" cy="15087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 Hook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特殊條件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Param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讀取政策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411480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4114800"/>
            <a:ext cx="10213848" cy="10515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判斷原則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如果是所有 Feature 都需要的規則，應回到 FeatureDriver 或共用 Library；如果是單一功能差異，才放在該 Feature Biz。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Hook 是擴充點，不是繞過主流程的入口。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 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BasicRepository&lt;TDbModel&gt; 是統一對外入口，但實際操作由 Query / Write Operations 委派。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645920"/>
            <a:ext cx="73152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45920"/>
            <a:ext cx="3218688" cy="32461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BasicRepository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Delete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FindByKey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查最大字串流水值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73152" cy="3246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45920"/>
            <a:ext cx="3218688" cy="32461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委派 Operations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RepositoryQueryOperations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RepositoryWriteOperations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把查詢與寫入責任拆開，避免 Repository 成為超大型 God Class。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73152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1645920"/>
            <a:ext cx="3218688" cy="32461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Provider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DbRepositoryProvider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Entity Type 提供 Repository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FormGraphRepoProvider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Form Model 建立 Graph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 是資料存取入口，不應放業務決策；業務規則應在 Biz 層處理。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FormGraphRepoScope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FormGraphRepoScope 依 Form Model 建立 Root、Detail 與 SubDetail Repository，支援 Aggregate Graph 寫入。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65960"/>
            <a:ext cx="2532888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TFormModel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 + Detail + SubDetail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Model Metadata 描述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965960"/>
            <a:ext cx="2532888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Graph Scope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 Repository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 Repositories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SubDetail Repositories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965960"/>
            <a:ext cx="2532888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Write Operations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 / 修改 / 刪除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RowId / ParentRowId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96596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965960"/>
            <a:ext cx="2532888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SaveChanges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Lifecycle Fields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60520"/>
            <a:ext cx="10259568" cy="10515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維護重點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當明細排序、檔案明細、子明細刪除或 ParentRowId 出錯時，要先理解 Form Graph 如何收集與寫入，而不是只看畫面 Payload。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FormGraphRepoScope 是後台複合表單能共用寫入流程的關鍵。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Persistence 與 ApplicationDbContext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DbContext 不只是 DbSet 集合，它還承擔 Entity 掃描、Spec 過濾、關聯、自動轉換與 UDF 註冊。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7315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08760"/>
            <a:ext cx="4636008" cy="5943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自動註冊允許的 DbModel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7315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423160"/>
            <a:ext cx="4636008" cy="5943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過濾非目前 Spec Entity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68680" y="3337560"/>
            <a:ext cx="7315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337560"/>
            <a:ext cx="4636008" cy="5943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綁定 Table / Key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68680" y="4251960"/>
            <a:ext cx="7315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4251960"/>
            <a:ext cx="4636008" cy="5943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Enum String Conversion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263640" y="1508760"/>
            <a:ext cx="73152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508760"/>
            <a:ext cx="4636008" cy="5943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 DTO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263640" y="2423160"/>
            <a:ext cx="73152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2423160"/>
            <a:ext cx="4636008" cy="5943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自動處理 Relationship / Inverse Navigation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263640" y="3337560"/>
            <a:ext cx="73152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3337560"/>
            <a:ext cx="4636008" cy="5943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Delete Behavior / DateTime DB Type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263640" y="4251960"/>
            <a:ext cx="73152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4251960"/>
            <a:ext cx="4636008" cy="5943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UDF / OperateLog / SysDbProfile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與 DbContext 行為相連；新增 Entity 時要確認是否符合 DbModel、Spec 過濾與 Relationship 規則。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B｜FeatureDriver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Startup Task 初始化架構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初始化工作透過 IApplicationStartupTask 集中管理，Program 不需要知道每個 Feature 的初始化細節。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28800"/>
            <a:ext cx="2532888" cy="15087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IApplicationStartupTask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InitializeAsync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828800"/>
            <a:ext cx="2532888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ApplicationStartupInitializer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Scope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 Task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828800"/>
            <a:ext cx="2532888" cy="15087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Order + TypeName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順序明確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排序穩定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828800"/>
            <a:ext cx="2532888" cy="15087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Init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Persistence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Root Site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069080"/>
            <a:ext cx="10259568" cy="10972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設計意義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初始化與啟動註冊分離：AddServices 負責註冊能力，Startup Task 負責應用啟動時需要執行的一次性初始化。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新增初始化需求時，優先評估是否應建立 Startup Task，而不是直接寫在 Program.cs。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C｜平台橫向服務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除了資料主線，後端還需要 Cache、Auth、Security、I18n、Auditing、Migration 等跨 Feature 能力。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· Auth · Security · I18n · Auditing · Migration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 架構分層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Cache 不是單一 MemoryCache，而是分成 Runtime Metadata、Application 與 Output Cache。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73152" cy="3566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00200"/>
            <a:ext cx="3218688" cy="35661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Metadata 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PropertyAccessorCache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ModelTypeMetadataCache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JsonSerializationRuntimeCache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EfRepositoryMetadataCache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I18nCache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目的：避免每次動態解析 Metadata。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73152" cy="3566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00200"/>
            <a:ext cx="3218688" cy="35661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 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TokenStateCache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LoginAttemptCache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PermissionCache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RolePermissionCatalogCache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目的：保存業務與安全相關狀態。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73152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600200"/>
            <a:ext cx="3218688" cy="35661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 Cache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List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Permanent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目的：減少高頻讀取 API 重複查詢，並配合 Tag Eviction。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 Cache 相關程式前，先判斷它是 Metadata、Application State 還是 Response Output。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 Route：Local / Distributed 的路由入口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Cache Route 已具備 Local Store、Distributed Store 與 Redis 設定驗證能力，但部署現況仍需區分。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目前已具備的結構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ILocalCacheStore → MemoryCacheStore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IDistributedCacheStore → DistributedCacheStore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ICacheRoute → CacheRoute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統一路由服務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Redis 連線設定驗證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Cache / Output Cache 註冊入口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正式說明時要保留的界線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目前實際部署仍以 IIS / Windows 為主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/ Linux / Redis 完整部署屬後續規劃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Distributed 能力存在不等於所有狀態已具備分散式 Atomicity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LB 多 Instance 前需重新檢查 Token State 與 Cache 契約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 是否可以分散式部署，要看該狀態是否需要一致性、鎖、Atomic Operation 或 Fail Closed。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IdentityAccess 與登入權限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後端登入與權限由 IdentityAccess 模組承擔，包含 JWT、Current User、Permission 與 Token State。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65960"/>
            <a:ext cx="2070202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Refresh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Logout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6002" y="196596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9154" y="1965960"/>
            <a:ext cx="2070202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Access Token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Refresh Token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Claims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09083" y="196596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2235" y="1965960"/>
            <a:ext cx="2070202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TokenStateCache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RTID Owner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Blacklist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Rotation State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2165" y="196596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5317" y="1965960"/>
            <a:ext cx="2070202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Current User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Permission Context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15246" y="1965960"/>
            <a:ext cx="73152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8398" y="1965960"/>
            <a:ext cx="2070202" cy="146304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Permission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Checker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 Catalog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16052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160520"/>
            <a:ext cx="10259568" cy="10515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責任邊界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前端可以協調正常瀏覽器流程，但 Refresh Token 是否可使用、權限是否有效，最後仍以後端 Token / Permission State 為準。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任何受保護 API 都必須由後端做最終權限判斷，前端隱藏按鈕只屬於 UX 層。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Refresh Token Rotation 後端契約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後端要保證同一 old RTID 只能成功 Rotation 一次，不能只依賴前端 Lock。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828800"/>
            <a:ext cx="2070202" cy="1481328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old RTID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Cookie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XSRF 驗證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6002" y="1828800"/>
            <a:ext cx="73152" cy="1481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9154" y="1828800"/>
            <a:ext cx="2070202" cy="1481328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Owner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State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有效性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09083" y="1828800"/>
            <a:ext cx="73152" cy="14813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2235" y="1828800"/>
            <a:ext cx="2070202" cy="1481328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產生候選 Token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Access Token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 RTID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2165" y="1828800"/>
            <a:ext cx="73152" cy="14813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5317" y="1828800"/>
            <a:ext cx="2070202" cy="1481328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TryRotate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Atomic State Exchange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old → new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15246" y="1828800"/>
            <a:ext cx="73152" cy="1481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8398" y="1828800"/>
            <a:ext cx="2070202" cy="1481328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 Cookie 或 401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Success: Set Cookie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Fail: 不寫入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069080"/>
            <a:ext cx="486460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目前保證範圍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Single Backend Process + Local Token State + Singleton TokenStateCache + Process-local Rotation Lock。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069080"/>
            <a:ext cx="73152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4069080"/>
            <a:ext cx="4864608" cy="12344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重要限制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未替換為 Distributed Atomic Implementation 前，不得宣稱多 Backend Instance + LB 仍有相同 Atomicity。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這一頁只講後端契約；跨 Tab 前端協調已在 Day 2 說明。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Permission 與 Current User State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權限不是只在前端選單顯示；後端需要在 API 層與 Permission Checker 做最終控制。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登入後可用資訊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使用者資料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管理員狀態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功能權限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角色權限 Catalog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Current User Context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Permission Cache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維護注意事項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角色權限異動後要考慮 Cache 失效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帳號角色異動後要考慮使用者權限重新載入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canUpdate / canRead 只是 UX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受保護 API 必須持續檢查權限 Attribute / Checker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不能以隱藏 Route 取代後端授權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權限問題通常要同時查前端顯示、後端授權、Permission Cache 與角色資料。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Hardening 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後端安全不是單一 Filter，而是 Host、Header、Cookie、CORS、XSRF、JSON 與 Swagger 存取共同構成。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91640"/>
            <a:ext cx="3172968" cy="530352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Bearer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91640"/>
            <a:ext cx="3172968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Access Token Cookie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8229600" y="1691640"/>
            <a:ext cx="73152" cy="530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691640"/>
            <a:ext cx="3172968" cy="530352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撤銷狀態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731520" y="2441448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441448"/>
            <a:ext cx="3172968" cy="530352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XSRF Cookie / Header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480560" y="2441448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441448"/>
            <a:ext cx="3172968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CORS 白名單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229600" y="2441448"/>
            <a:ext cx="73152" cy="530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441448"/>
            <a:ext cx="3172968" cy="530352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Cookie SameSite / Secure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731520" y="3191256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191256"/>
            <a:ext cx="3172968" cy="530352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HSTS / HTTPS Redirect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480560" y="3191256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191256"/>
            <a:ext cx="3172968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 / Header 限制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8229600" y="3191256"/>
            <a:ext cx="73152" cy="530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3191256"/>
            <a:ext cx="3172968" cy="530352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Permission Attribute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731520" y="3941064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941064"/>
            <a:ext cx="3172968" cy="530352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Swagger 存取限制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4480560" y="3941064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3941064"/>
            <a:ext cx="3172968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Unmapped 拒絕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8229600" y="3941064"/>
            <a:ext cx="73152" cy="530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3941064"/>
            <a:ext cx="3172968" cy="530352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ModelState 統一錯誤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弱掃或資安問題不一定是 Controller 問題；常見原因在 Header、Cookie、CORS、XSRF、JSON 或部署代理。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安全標頭與代理層責任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Node 與後端 ASP.NET Core 都可能輸出安全標頭，正式部署時必須確認最後對外 Response 的來源。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需要確認的項目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 Response 的 CSP / HSTS 由哪一層負責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IIS / Node / Backend 是否重複輸出 Server 資訊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Proxy 是否移除或覆寫後端安全標頭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Response 是否使用正確 No-Store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Console 是否殘留 Debug / Warning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後端常見處理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Headers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 Redirect / HSTS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XSRF Protection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Cookie Policy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Swagger Access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未對應欄位拒絕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多層代理時，安全責任不能只看單一 App 設定；要看瀏覽器收到的最終 Response。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後端多國語系架構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語系不只存在前端 Route；後端也會依 Accept-Language 與 I18n Cache 回傳顯示名稱、Enum 與訊息。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74520"/>
            <a:ext cx="2532888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URL Route Lang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/:lang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語系切換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874520"/>
            <a:ext cx="2532888" cy="15087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Cookie / Header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 Cookie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Accept-Language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874520"/>
            <a:ext cx="2532888" cy="15087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Localization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 Localization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I18nCache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874520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874520"/>
            <a:ext cx="2532888" cy="15087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SysMessage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ModelDisplay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Enum Label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114800"/>
            <a:ext cx="7315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14800"/>
            <a:ext cx="10259568" cy="10058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維護重點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新增欄位、Enum、Model Display 或錯誤訊息時，要同步思考後端 Resx / I18n 與前端顯示，不要只改單一語系。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語系傳遞是前後端共同契約：Route、Cookie、Header、後端 I18n Cache 必須一致。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6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Auditing、錯誤與操作紀錄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後端需要讓錯誤與操作可以追蹤，不應只回傳例外或只在 Console / Log 裡留下片段。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73152" cy="3246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00200"/>
            <a:ext cx="3218688" cy="3246120"/>
          </a:xfrm>
          <a:prstGeom prst="rect">
            <a:avLst/>
          </a:prstGeom>
          <a:solidFill>
            <a:srgbClr val="FEF2F2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Error Handling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ErrorHandlingMiddleware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ModelState 統一格式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/ Biz Error 區分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SysMessage 回傳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73152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00200"/>
            <a:ext cx="3218688" cy="32461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Operate 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/ Update / Delete / Invalid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/ Biz 可記錄操作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稽核資料保存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73152" cy="3246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600200"/>
            <a:ext cx="3218688" cy="32461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NLog / Diagnostics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/ Debug Interceptor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部署與弱掃問題追蹤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修改錯誤處理時，要確認使用者回饋、API 契約、Log、稽核與資安資訊外洩風險。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 Content 與 AA / 安全責任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 內容不是純文字；後端需要處理內容檢查、HTML、檔案與前台輸出的安全基線。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後端相關責任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 資料 AA 檢查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內容處理與安全輔助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檔案類型 / MIME 判斷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Preview / Download API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Public File 行為與計數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舊資料匯入後重新驗證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前後端共同責任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Title、Alt、Link 不能只當字串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TinyMCE 內容要考慮 Sanitization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 SSR / CSR 輸出規則要一致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與弱掃要一起看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 Content 的 CSP 相容不等於 React Component 可用 Inline Style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 系統的資料本身會變成前台內容；後端儲存與前端輸出都要納入品質責任。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舊資料 Migration 架構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目前後端已有舊資料 Migration 模組，方向是 SQL 匯出後走新系統寫入流程，而不是繞過新模型。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73152" cy="1463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828800"/>
            <a:ext cx="2070202" cy="146304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舊系統 SQL 匯出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來源資料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欄位清理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6002" y="182880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9154" y="1828800"/>
            <a:ext cx="2070202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Migration Source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Announcement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Banner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Category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...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09083" y="182880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2235" y="1828800"/>
            <a:ext cx="2070202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 Form 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Root / Detail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重新建資料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2165" y="182880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5317" y="1828800"/>
            <a:ext cx="2070202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寫入流程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Lifecycle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15246" y="182880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8398" y="1828800"/>
            <a:ext cx="2070202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驗證與整理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/ 欄位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前台顯示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160520"/>
            <a:ext cx="73152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160520"/>
            <a:ext cx="10259568" cy="1051560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不得繞過的內容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主鍵配置、Detail / SubDetail 關係、生命週期欄位、必要業務驗證與 Transaction。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舊資料轉換是資料重建，不是單純 INSERT；轉換後仍要走新系統規則與驗證。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 Cache 與 API 快取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 Cache 用於標準 API 讀取效能，但必須配合語系、Query、InternalId 與資料異動失效。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73152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45920"/>
            <a:ext cx="3172968" cy="31089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List Policy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Vary：Query + Accept-Language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適合高頻查詢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73152" cy="3108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45920"/>
            <a:ext cx="3172968" cy="31089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 Policy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單筆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Vary：InternalId + Accept-Language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適合內容詳情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73152" cy="3108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645920"/>
            <a:ext cx="3172968" cy="31089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/ Update / Delete / Invalid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Tag Eviction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資料異動後清除相關快取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遇到資料已修改但前台仍顯示舊資料時，要把 Output Cache、語系 Vary 與 Cache Eviction 一起檢查。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 與前後端契約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Model / API Schema 是前端型別來源；前端不應自行重建同名 DTO。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20240"/>
            <a:ext cx="2532888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Aggregate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Attribute Metadata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920240"/>
            <a:ext cx="2532888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Swagger / OpenAPI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 Filter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PascalCase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Nullable / Required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92024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920240"/>
            <a:ext cx="2532888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 types/api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openapi-typescript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components["schemas"]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920240"/>
            <a:ext cx="2532888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Adapter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ApiDataService&lt;T&gt;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Loader / Hook / Form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41605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4160520"/>
            <a:ext cx="10168128" cy="10515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契約原則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後端是 API 型別的唯一來源；Schema 有誤時回後端修正 Model / Attribute / Schema Filter，再重新產生前端型別。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這個契約連接 Day 2 的 API Adapter 與 Day 3 的 Model / FeatureDriver。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6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Spec 條件編譯機制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後端保留 SpecFeatures 條件編譯能力；純 Feature 模式可使用空白 SpecCode 或無客製資料夾。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28800"/>
            <a:ext cx="2532888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appsettings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SpecCode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SpecSettingsFile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828800"/>
            <a:ext cx="2532888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MSBuild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UseSpecCodeCompile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EnableSpecCompileFilter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828800"/>
            <a:ext cx="2532888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SpecFeatures/&lt;Code&gt;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若存在則編譯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若不存在則 shared Features only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88552" y="1828800"/>
            <a:ext cx="2532888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Namespace / Registration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Spec 上下文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60520"/>
            <a:ext cx="10259568" cy="10515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正式說法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是共用基線；Spec 是可選的專案延伸能力。不要把某一個 Spec 的客製實作誤認為 WCMS 共用主線。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 Spec 問題前，先判斷是共用 Feature 問題、Spec 專案延伸問題，還是 SpecCode / 編譯設定問題。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6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C｜平台服務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 後端目前狀態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Feature/Dev 後端已往純 Feature 基線收斂，但仍保留 Spec 編譯與載入能力。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目前主線方向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Feature/Dev 主要放共用 Feature 與 SysCore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大量具體 Spec 後端實作已移出共用分支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/ Biz / API 以共用 FeatureDriver 為主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SpecSettings、csproj、Runtime Registration 保留延伸能力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維護判斷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 Bug 優先回 Feature 主線修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客製需求放 Spec 延伸，不污染共用 Feature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 SpecFeatures 不存在，代表該 Spec 使用 shared Features only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不可直接複製其他 Spec 客製邏輯作為通用解法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這一頁是接手者判斷分支與修改範圍的後端版本。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6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D｜維護、追查與 Review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最後把架構轉成實務：收到 API 問題時，應如何定位、查哪幾層、以及目前優先收斂哪些風險。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· Review · Risk · Maintenance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D｜維護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後端問題追查總路徑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 API 或資料問題時，不要只看錯誤訊息，先建立完整 Trace Map。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828800"/>
            <a:ext cx="2070202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Endpoint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Status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 / Response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6002" y="182880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9154" y="1828800"/>
            <a:ext cx="2070202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Feature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Xxx_Api.cs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 / Cache Tag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 Endpoint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09083" y="182880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2235" y="1828800"/>
            <a:ext cx="2070202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Biz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Hook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SysMessage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2165" y="182880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5317" y="1828800"/>
            <a:ext cx="2070202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Repository / DB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Graph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EF Query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/ Migration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15246" y="1828800"/>
            <a:ext cx="73152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8398" y="1828800"/>
            <a:ext cx="2070202" cy="146304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Cross-cutting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I18n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/ Log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160520"/>
            <a:ext cx="73152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160520"/>
            <a:ext cx="10259568" cy="10515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追查原則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先確認問題屬於哪一層，再決定修改點；不要因為前端看到 API 錯誤，就直接改回傳格式或放寬型別。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第四天會把這條路徑接到 Issue、Commit、PR 與 QA 驗證。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6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D｜維護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常見問題與優先追查層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不同錯誤類型對應不同起點，避免把所有問題都當作 Controller Bug。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691640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91640"/>
            <a:ext cx="4727448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 / 403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IdentityAccess、JWT、Cookie、Permission、Token State。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868680" y="2770632"/>
            <a:ext cx="7315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770632"/>
            <a:ext cx="4727448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資料不更新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 Cache、Cache Eviction、Transaction、DbContext SaveChanges。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68680" y="3849624"/>
            <a:ext cx="73152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849624"/>
            <a:ext cx="4727448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語系錯誤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Accept-Language、I18nCache、Resx、ModelDisplay / Enum Label。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73152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691640"/>
            <a:ext cx="4727448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明細錯誤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Aggregate、KeyCoordinator、GraphCollector、Repository Write。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172200" y="27706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2770632"/>
            <a:ext cx="4727448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弱掃 Header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IIS / Node / Backend 最終 Response、Hardening、Proxy。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172200" y="3849624"/>
            <a:ext cx="73152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3849624"/>
            <a:ext cx="4727448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 型別錯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Attribute、OpenAPI Schema Filter、前端型別重產。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追查層找對了，修改範圍才會小；找錯層會造成更多相容性問題。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6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D｜維護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Code Review 優先序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目前後端已完成第一階段 Review，但仍應依風險高低持續收斂。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1673352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Contract / ApiResponse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先確認回應格式、OpenAPI、Nullable / Required 與前端型別契約。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24328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35608" y="2606040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/ Form Aggregate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Root / Detail / SubDetail、Key、Lifecycle、Transaction 與 Hook。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557016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35608" y="3538728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/ Permission / Cache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確認權限、Token State、Cache Scope、Eviction 與分散式限制。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489704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4471416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/ Hardening / Deployment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XSRF、CORS、Cookie、Header、Swagger、IIS / web.config。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422392"/>
            <a:ext cx="438912" cy="310896"/>
          </a:xfrm>
          <a:prstGeom prst="rect">
            <a:avLst/>
          </a:prstGeom>
          <a:solidFill>
            <a:srgbClr val="059669"/>
          </a:solidFill>
          <a:ln>
            <a:solidFill>
              <a:srgbClr val="059669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35608" y="5404104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Migration / I18n / Auditing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確認舊資料轉換、多語系、操作紀錄、Log 與錯誤可追蹤性。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 不是只看能不能 Build，而是確認契約、資料生命週期、安全邊界與維護責任。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D｜維護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目前已確認但不可過度宣稱的事項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正式教育訓練要說明現況，也要避免把正在收斂或規劃中的能力講成已完成。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691640"/>
            <a:ext cx="73152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91640"/>
            <a:ext cx="4727448" cy="804672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/ GraphQL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REST 為主線；GraphQL 套件存在不代表後端 GraphQL 主線完成。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868680" y="2770632"/>
            <a:ext cx="73152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770632"/>
            <a:ext cx="4727448" cy="804672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Rate Limiting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HardeningSetup 有註冊入口，但 Program 未見 AddRateLimiting / UseRateLimiter。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868680" y="3849624"/>
            <a:ext cx="73152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849624"/>
            <a:ext cx="4727448" cy="804672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Distributed / Redis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設定結構存在，但完整 Docker / Linux / Redis 部署屬後續規劃。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691640"/>
            <a:ext cx="4727448" cy="804672"/>
          </a:xfrm>
          <a:prstGeom prst="rect">
            <a:avLst/>
          </a:prstGeom>
          <a:solidFill>
            <a:srgbClr val="FEF2F2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Refresh Rotation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Atomicity 保證限於 single process + local Token State。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6172200" y="27706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2770632"/>
            <a:ext cx="4727448" cy="804672"/>
          </a:xfrm>
          <a:prstGeom prst="rect">
            <a:avLst/>
          </a:prstGeom>
          <a:solidFill>
            <a:srgbClr val="FEF2F2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ApiResponse&lt;T&gt;.Data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後端預設空陣列，但 Nullable 宣告仍需後續契約收斂。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6172200" y="3849624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3849624"/>
            <a:ext cx="4727448" cy="804672"/>
          </a:xfrm>
          <a:prstGeom prst="rect">
            <a:avLst/>
          </a:prstGeom>
          <a:solidFill>
            <a:srgbClr val="FEF2F2"/>
          </a:solidFill>
          <a:ln w="10160">
            <a:solidFill>
              <a:srgbClr val="D7E3F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 API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BatchInvalid / BatchDelete 目前仍未實作。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這些不是否定進度，而是正式教材必須講清楚「現況」與「後續規劃」的邊界。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6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D｜維護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的講授邊界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今天要讓接手者知道怎麼看後端框架，不是把每個 Feature 的所有歷史決策全部講完。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今天應該講清楚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 / Module / Pipeline 如何啟動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的標準資料流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/ Biz / API / Repository 的責任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 / Auth / I18n / Security 的架構邊界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遇到問題時的標準追查路徑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今天不展開到過細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 Feature 的完整欄位說明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 Helper 的內部實作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 Spec 的歷史客製原因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完整資安設計課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完整資料庫設計課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細節放在 Docs、Code、Issue、PR 與 Commit；課程負責建立可追查的框架地圖。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6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D｜維護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課堂案例：追查一個後台儲存問題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用一個具體情境把今天的框架串起來。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73152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08760"/>
            <a:ext cx="10351008" cy="749808"/>
          </a:xfrm>
          <a:prstGeom prst="rect">
            <a:avLst/>
          </a:prstGeom>
          <a:solidFill>
            <a:srgbClr val="FEF3C7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後台某個 Form 儲存後，畫面顯示成功，但重新進入後明細排序或檔案資料不正確。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743200"/>
            <a:ext cx="2070202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 Payload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先確認送出的 Root / Detail / SubDetail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56002" y="274320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9154" y="2743200"/>
            <a:ext cx="2070202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是否走標準 Update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是否有特殊 Endpoint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09083" y="274320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2235" y="2743200"/>
            <a:ext cx="2070202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 Hook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/ After Update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Normalize / Validation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62165" y="274320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5317" y="2743200"/>
            <a:ext cx="2070202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Graph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RowId / ParentRowId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RowNo / Lifecycle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15246" y="274320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8398" y="2743200"/>
            <a:ext cx="2070202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/ Cache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SaveChanges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 Cache Eviction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這個案例可以現場用一支 Feature 做 Demo；重點是練習「層級追查」而不是現場修 Bug。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6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D｜維護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重點回顧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後端維護的核心是：先看框架主線，再決定 Feature 差異與平台責任。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1581912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 是 Composition Root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 Feature 細節不應堆在 Program；Module Setup 與 Startup Task 負責組裝。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32888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35608" y="2514600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FeatureDriver 是資料型功能主框架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API、Biz、Form Graph、Repository、DbContext 是標準追查路徑。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465576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35608" y="3447288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是資料、API 與 Form 的共同契約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Attribute、Form Aggregate、OpenAPI 與前端型別會互相影響。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398264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4379976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橫向服務要看責任邊界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Cache、Auth、Security、I18n、Auditing、Migration 都可能是問題來源。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330952"/>
            <a:ext cx="438912" cy="310896"/>
          </a:xfrm>
          <a:prstGeom prst="rect">
            <a:avLst/>
          </a:prstGeom>
          <a:solidFill>
            <a:srgbClr val="059669"/>
          </a:solidFill>
          <a:ln>
            <a:solidFill>
              <a:srgbClr val="059669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35608" y="5312664"/>
            <a:ext cx="976579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維護時要區分現況與規劃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REST、Rate Limiting、Redis、LB、Batch API 等不能過度宣稱。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下一堂：把架構理解轉成修改單、Branch、Commit、PR、QA 與驗證紀錄。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6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046720" y="164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Appendix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附錄｜後端快速定位表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接手時可以用這張先判斷要往哪個入口看。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2011680" cy="329184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 / DI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71800" y="1572768"/>
            <a:ext cx="8229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3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Program.cs、各 ModuleSetup、ApplicationStartupInitializer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112264"/>
            <a:ext cx="2011680" cy="329184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/ Swagger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71800" y="2112264"/>
            <a:ext cx="8229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3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SysCore/FeatureDriver/Api、Feature Xxx_Api.cs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651760"/>
            <a:ext cx="2011680" cy="329184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 / Form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71800" y="2651760"/>
            <a:ext cx="8229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3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SysCore/FeatureDriver/Biz、Feature Xxx_Biz.cs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191256"/>
            <a:ext cx="2011680" cy="329184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 / DB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71800" y="3191256"/>
            <a:ext cx="8229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3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SysCore/FeatureDriver/Repo、Persistence/ApplicationDbContext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730752"/>
            <a:ext cx="2011680" cy="329184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/ 權限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71800" y="3730752"/>
            <a:ext cx="8229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3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SysCore/Security/IdentityAccess、Features/IAM/Auth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4270248"/>
            <a:ext cx="2011680" cy="329184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71800" y="4270248"/>
            <a:ext cx="8229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3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SysCore/PlatformServices/Cache、Output Cache、Token / Permission Cache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4809744"/>
            <a:ext cx="2011680" cy="329184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安全設定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71800" y="4809744"/>
            <a:ext cx="8229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3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SysCore/Security/Hardening、Cookie / CORS / XSRF / Headers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5349240"/>
            <a:ext cx="2011680" cy="329184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舊資料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0" y="5349240"/>
            <a:ext cx="82296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7E3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 內 Migration 模組與新 Form Model 寫入流程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F2EDFF"/>
          </a:solidFill>
          <a:ln w="635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這張可做為 Day 4 修改單處理時的後端查找起點。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WCMS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WCMS教育訓練 Day 3｜後端系統框架</dc:title>
  <dc:subject>WCMS Day 3 Backend Framework Training</dc:subject>
  <dc:creator>WCMS</dc:creator>
  <cp:lastModifiedBy>WCMS</cp:lastModifiedBy>
  <cp:revision>1</cp:revision>
  <dcterms:created xsi:type="dcterms:W3CDTF">2026-08-19T12:22:32Z</dcterms:created>
  <dcterms:modified xsi:type="dcterms:W3CDTF">2026-08-19T12:22:32Z</dcterms:modified>
</cp:coreProperties>
</file>