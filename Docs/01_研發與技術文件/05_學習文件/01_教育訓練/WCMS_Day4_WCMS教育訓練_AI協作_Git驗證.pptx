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1481328"/>
            <a:ext cx="5669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7863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06624"/>
            <a:ext cx="7452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AE6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從修改單判讀、文件定位、Feature / Spec 升級，到提交與驗證紀錄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41080" y="1143000"/>
            <a:ext cx="2670048" cy="356616"/>
          </a:xfrm>
          <a:prstGeom prst="roundRect">
            <a:avLst>
              <a:gd name="adj" fmla="val 1538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87968" y="1229868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修改單判讀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41080" y="1673352"/>
            <a:ext cx="2670048" cy="356616"/>
          </a:xfrm>
          <a:prstGeom prst="roundRect">
            <a:avLst>
              <a:gd name="adj" fmla="val 1538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87968" y="1760220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AI協作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41080" y="2203704"/>
            <a:ext cx="2670048" cy="356616"/>
          </a:xfrm>
          <a:prstGeom prst="roundRect">
            <a:avLst>
              <a:gd name="adj" fmla="val 1538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7968" y="2290572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41080" y="2734056"/>
            <a:ext cx="2670048" cy="356616"/>
          </a:xfrm>
          <a:prstGeom prst="roundRect">
            <a:avLst>
              <a:gd name="adj" fmla="val 1538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2820924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/ PR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41080" y="3264408"/>
            <a:ext cx="2670048" cy="356616"/>
          </a:xfrm>
          <a:prstGeom prst="roundRect">
            <a:avLst>
              <a:gd name="adj" fmla="val 1538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3351276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驗證與回覆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" y="6236208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10544" y="6236208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Course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 的定位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收到單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確認問題與分支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確認附件與環境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41732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讀結構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 / AI_INDEX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架構與規範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FFBEB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41732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問底層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不只修現象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確認連動風險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417320"/>
            <a:ext cx="64008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做修改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小步驟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可回溯差異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41732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留證據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Commit / PR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驗證與回覆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13632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13632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23360"/>
            <a:ext cx="1027785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本日重點：把 AI 協作、Feature / Spec 升級、Git 提交與驗證結果串成同一條可追蹤流程。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6384" y="4956048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956048"/>
            <a:ext cx="6400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065776"/>
            <a:ext cx="1027785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不是把 AI 當作「直接改 Code 工具」，而是讓 AI 先讀對結構，再協助 RD 做判斷、修改與驗證。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Course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課程地圖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A｜文件結構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 怎麼讀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怎麼進專案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41732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B｜Feature / Spec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升級與合併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共用與客製界線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41732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C｜AI協作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Prompt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追問底層風險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417320"/>
            <a:ext cx="64008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D｜Git單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Branch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Commit / PR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41732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E｜驗證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 / QA / 白箱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回覆與紀錄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50208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EFF6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50208"/>
            <a:ext cx="64008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59936"/>
            <a:ext cx="1027785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看的是整體地圖；Day 4 看的是「收到一張實際修改單後，要怎麼正確走完整流程」。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結構與 AI 讀取方式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 AI 找對資料，再要求它分析或修改。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的三大領域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53312"/>
            <a:ext cx="64008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研發與技術文件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系統架構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開發規範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Git / Commit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開發歷程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353312"/>
            <a:ext cx="64008" cy="4343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專案與交付文件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17136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專案簡介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規格書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操作與交付資料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對外溝通素材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1353312"/>
            <a:ext cx="64008" cy="4343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品質與驗證文件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119872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白箱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QA 測試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SSR / Freego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弱掃與 Release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" y="5897880"/>
            <a:ext cx="10607040" cy="420624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8978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6007608"/>
            <a:ext cx="10277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先讀入口與索引，再依任務選擇對應領域；不要把交付簡報當成技術規範來源。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入口不是規範本體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5349240" cy="4370832"/>
          </a:xfrm>
          <a:prstGeom prst="roundRect">
            <a:avLst>
              <a:gd name="adj" fmla="val 167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25880"/>
            <a:ext cx="64008" cy="43708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72184"/>
            <a:ext cx="5038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導向與學習順序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5001768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 Repository / Branch / 任務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導向 Docs README 與 AI_INDEX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提醒要核對實際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資料不一致時要分開說明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325880"/>
            <a:ext cx="5321808" cy="4370832"/>
          </a:xfrm>
          <a:prstGeom prst="roundRect">
            <a:avLst>
              <a:gd name="adj" fmla="val 1674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25880"/>
            <a:ext cx="64008" cy="43708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7218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不取代什麼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92808"/>
            <a:ext cx="4974336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不取代正式架構文件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不取代開發規範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不取代 Git / Commit 規範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不取代品質驗證規範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 的角色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804672" y="1444752"/>
            <a:ext cx="2539746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44752"/>
            <a:ext cx="6400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91056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文件入口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2192274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架構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規範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品質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58134" y="2519172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3290" y="1444752"/>
            <a:ext cx="2539746" cy="2148840"/>
          </a:xfrm>
          <a:prstGeom prst="roundRect">
            <a:avLst>
              <a:gd name="adj" fmla="val 3404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3290" y="1444752"/>
            <a:ext cx="64008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6170" y="1591056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程式路徑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664458" y="2011680"/>
            <a:ext cx="2192274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Frontend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Backend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SysCore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016752" y="2519172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1908" y="1444752"/>
            <a:ext cx="2539746" cy="214884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1908" y="1444752"/>
            <a:ext cx="64008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1591056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搜尋順序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323076" y="2011680"/>
            <a:ext cx="2192274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Issue / PR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75370" y="2519172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80526" y="1444752"/>
            <a:ext cx="2539746" cy="2148840"/>
          </a:xfrm>
          <a:prstGeom prst="roundRect">
            <a:avLst>
              <a:gd name="adj" fmla="val 3404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80526" y="1444752"/>
            <a:ext cx="64008" cy="2148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3406" y="1591056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風險標籤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981694" y="2011680"/>
            <a:ext cx="2192274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SSR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Security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Cache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04672" y="4114800"/>
            <a:ext cx="10515600" cy="768096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14800"/>
            <a:ext cx="6400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224528"/>
            <a:ext cx="101864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 是「索引」，不是完整說明書。看到索引後，仍要打開對應 Markdown 與實際 Code。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每次任務的讀取順序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確認分支與任務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41732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Docs/README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41732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AI_INDEX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417320"/>
            <a:ext cx="64008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架構與規範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41732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Code / Issue / PR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960120" y="3785616"/>
            <a:ext cx="10332720" cy="1481328"/>
          </a:xfrm>
          <a:prstGeom prst="roundRect">
            <a:avLst>
              <a:gd name="adj" fmla="val 4321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1288" y="3922776"/>
            <a:ext cx="99303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工作順序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1288" y="4224528"/>
            <a:ext cx="9930384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先讀入口 → 再讀索引 → 再讀架構 / 規範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之後才核對指定 Branch 的實際程式碼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最後搜尋 Issue、PR、Commit 與歷史修正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錯誤讀法與正確讀法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4279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錯誤讀法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直接搜尋整個專案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只看舊對話或舊檔案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看到相似 Code 就複製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沒有確認 Branch 與 Spec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89888"/>
            <a:ext cx="64008" cy="42793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正確讀法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647688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先確認任務與 Branch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依 Docs 入口定位正式資料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核對目前 Code 實況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再提出可驗證修改方案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9592" y="3529584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讀結構的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98448"/>
            <a:ext cx="5440680" cy="4352544"/>
          </a:xfrm>
          <a:prstGeom prst="roundRect">
            <a:avLst>
              <a:gd name="adj" fmla="val 1471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35608"/>
            <a:ext cx="50383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37360"/>
            <a:ext cx="5038344" cy="3803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請以 WCMS Feature/Dev 為準。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先讀：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Docs/README.md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Docs/AI_INDEX.yml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相關架構與開發規範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再核對實際 Code：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前端 / 後端入口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Feature / Spec 路徑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Issue / PR / Commit 歷史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473952" y="1298448"/>
            <a:ext cx="4983480" cy="4352544"/>
          </a:xfrm>
          <a:prstGeom prst="roundRect">
            <a:avLst>
              <a:gd name="adj" fmla="val 168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1298448"/>
            <a:ext cx="64008" cy="43525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444752"/>
            <a:ext cx="4672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 AI 回覆時要列出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75120" y="1865376"/>
            <a:ext cx="4636008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已讀哪些資料來源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目前 Code 實況是什麼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文件與 Code 是否一致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建議修改點與風險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需要驗證的項目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A｜Docs 結構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資料不一致時怎麼處理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9363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936346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回答什麼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93634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不能怎麼做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目前實際怎麼跑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不能假設文件一定更新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正式架構與規範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不能忽略已知未整改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PR / Commit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為什麼改、改了哪裡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不能只看最後結果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Sheet / QA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收斂與複驗狀態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不能用程式猜管理狀態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升級與合併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先保護共用基線，再保留客製差異。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的定位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2539746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81328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2192274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WCMS 共用能力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標準框架與功能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58134" y="24643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3290" y="1481328"/>
            <a:ext cx="2539746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3290" y="1481328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6170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664458" y="2048256"/>
            <a:ext cx="2192274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專案延伸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版型與客製需求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016752" y="24643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1908" y="1481328"/>
            <a:ext cx="2539746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1908" y="1481328"/>
            <a:ext cx="64008" cy="1965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323076" y="2048256"/>
            <a:ext cx="2192274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發布整合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版本驗證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75370" y="24643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80526" y="1481328"/>
            <a:ext cx="2539746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80526" y="1481328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3406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981694" y="2048256"/>
            <a:ext cx="2192274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Repository 預設分支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不等於最新開發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04672" y="4078224"/>
            <a:ext cx="10515600" cy="768096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078224"/>
            <a:ext cx="6400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187952"/>
            <a:ext cx="101864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判斷修改位置時，先問：這是共用框架問題，還是某個專案的客製差異？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修在哪裡：三種判斷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9363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936346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建議位置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93634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所有站都會遇到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避免每個 Spec 各修一份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只有單一站客製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Spec####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不可污染共用基線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共用有缺口，Spec 有症狀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Feature，必要時 Spec 補差異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確認是否需要回同步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正式站熱修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Release / Spec 狀態判斷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要留下回補 Feature 的紀錄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升級 Feature 的基本流程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鎖定基準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來源 Feature/Dev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目標 Spec####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比對差異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共用變更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客製變更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合併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保留 Spec 差異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吸收 Feature 修正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解衝突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先看架構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再看業務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驗證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功能與回歸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50208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FFF7ED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50208"/>
            <a:ext cx="64008" cy="7863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59936"/>
            <a:ext cx="1027785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升級不是「全部覆蓋」。目標是讓 Spec 吸收共用修正，同時保留該站被核准的客製差異。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合併前一定要先問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這是共用修正嗎？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若是，應回到 Feature 主線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避免只在 Spec 熱修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72784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28016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有沒有覆寫？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Route、Assets、Theme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Form Timing、Adapter、頁面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75888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資料契約有沒有變？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OpenAPI Schema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ApiResponse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Nullable / Optional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72784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675888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驗證要跑哪一層？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共用功能回歸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畫面差異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SSR / 弱掃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升級時的 AI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80160"/>
            <a:ext cx="10698480" cy="4370832"/>
          </a:xfrm>
          <a:prstGeom prst="roundRect">
            <a:avLst>
              <a:gd name="adj" fmla="val 1464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17320"/>
            <a:ext cx="102961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19072"/>
            <a:ext cx="10296144" cy="3822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請以 WCMS Feature/Dev 與 Spec1821 為基準，協助分析升級差異。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請先判斷：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哪些變更屬於 Feature 共用修正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哪些變更屬於 Spec 客製差異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哪些衝突會影響 Route / API / Form / Assets / AA / SSR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建議的合併順序與驗證項目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不要直接給覆蓋式修改，先列風險與差異分類。</a:t>
            </a:r>
            <a:endParaRPr lang="en-US" sz="9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不可把客製問題直接倒回 Feature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4279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不建議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版型問題直接改共用元件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把專案文案寫進 Feature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複製整套 Feature 到 Spec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沒有註明為何客製化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89888"/>
            <a:ext cx="64008" cy="42793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647688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提供可延伸點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只覆寫必要差異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保留回同步或技術債紀錄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驗證共用站不受影響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9592" y="3529584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B｜Feature / Spec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升級與回同步的紀錄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53312"/>
            <a:ext cx="64008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修改單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記錄為何升級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標示來源與目標分支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標示影響站台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315968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353312"/>
            <a:ext cx="64008" cy="4343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17136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描述實際改了什麼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不可只有「更新」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必要時拆成多筆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918704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1353312"/>
            <a:ext cx="64008" cy="4343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119872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列合併策略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列保留客製差異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列驗證證據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86384" y="5897880"/>
            <a:ext cx="10607040" cy="420624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8978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6007608"/>
            <a:ext cx="10277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合併完成不代表結束；真正完成是「原因、差異、驗證」都能被下一個人回溯。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AI協作與追問技巧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先定位當下問題，再往底層風險追問。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AI協作的三個階段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81328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探勘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讀入口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找路徑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列風險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58134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3290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3290" y="1481328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6170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設計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664458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提出方案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拆小步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列驗證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016752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1908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1908" y="1481328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修改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323076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產 Code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核對風格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整理差異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75370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80526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80526" y="1481328"/>
            <a:ext cx="64008" cy="2011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3406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Review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981694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檢查影響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補驗證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寫回覆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04672" y="4187952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0FDFA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87952"/>
            <a:ext cx="64008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297680"/>
            <a:ext cx="1018641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 WCMS 中最有價值的不是「幫忙打字」，而是協助整理結構、追風險、找既有能力與驗證缺口。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的五段式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專案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分支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任務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Code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附件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現象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重現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錯誤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先分析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再建議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最後修改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QA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白箱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77640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77640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87368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不需要很長，但一定要讓 AI 知道：資料來源、目標分支、限制條件、希望它先做哪一步。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最重要的追問：底層有沒有連動？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80160"/>
            <a:ext cx="5376672" cy="4480560"/>
          </a:xfrm>
          <a:prstGeom prst="roundRect">
            <a:avLst>
              <a:gd name="adj" fmla="val 1429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17320"/>
            <a:ext cx="49743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19072"/>
            <a:ext cx="4974336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我已經看到當下問題是：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「前端查詢條件套用錯誤」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請不要只修畫面。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請幫我追問底層：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API 契約是否一致？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Loader / Hook 是否重複解析？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SSR / CSR 是否有差異？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多語系或權限是否影響？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419088" y="128016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280160"/>
            <a:ext cx="64008" cy="4480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426464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為什麼要這樣問？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20256" y="1847088"/>
            <a:ext cx="4727448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畫面錯誤可能只是症狀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真正問題可能在共用 Adapter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也可能是資料契約或狀態不同步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底層沒處理，下一個 Spec 會再發生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底層追問清單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資料契約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OpenAPI Schema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ApiResponse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Nullable / Optional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272784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28016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SSR / CSR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Hydration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Browser API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713232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75888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共享狀態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Auth Session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多分頁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Cookie / localStorage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72784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675888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品質風險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Focus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CSP / XSRF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多語系 / Cache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86384" y="5897880"/>
            <a:ext cx="10607040" cy="420624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8978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6007608"/>
            <a:ext cx="10277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這張清單可以當作每次問 AI 的「底層風險檢查」。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當下問題 vs 底層問題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9363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當下看到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93634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要再追問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936346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可能影響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按鈕沒反應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事件、權限、Loading、重複提交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後台操作流程與 Toast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查詢結果不對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Loader、API Adapter、Query Param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前台列表與後台 Grid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正常 CSR 壞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Initial State、Hydration、Browser 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Freego / SEO / 首屏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Spec 壞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是否也有共用缺口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升級與回同步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回覆的審查標準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53312"/>
            <a:ext cx="64008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有沒有讀對資料？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分支是否正確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 是否正確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Code 是否核對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315968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353312"/>
            <a:ext cx="64008" cy="4343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有沒有講影響範圍？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17136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/ Spec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前端 / 後端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SSR / 安全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918704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1353312"/>
            <a:ext cx="64008" cy="4343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有沒有可驗證？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119872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測試步驟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QA 或白箱證據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86384" y="5897880"/>
            <a:ext cx="10607040" cy="420624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8978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6007608"/>
            <a:ext cx="10277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說得像真的，不代表真的符合 WCMS 架構。審查重點是來源、範圍與驗證。</a:t>
            </a:r>
            <a:endParaRPr lang="en-US" sz="10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不好的 AI 協作與好的 AI 協作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42793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不好的協作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直接產一大段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沒有說讀了哪些資料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沒有判斷 Feature / Spec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沒有驗證與風險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389888"/>
            <a:ext cx="5074920" cy="4279392"/>
          </a:xfrm>
          <a:prstGeom prst="roundRect">
            <a:avLst>
              <a:gd name="adj" fmla="val 1709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89888"/>
            <a:ext cx="64008" cy="42793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536192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好的協作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647688" y="1956816"/>
            <a:ext cx="4727448" cy="3584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先建立資料地圖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先問底層連動風險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小步驟提出修改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補上提交與驗證內容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9592" y="3529584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C｜AI協作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小步修改策略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確認檔案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確認資料流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隔離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只改必要範圍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不順手重構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先框架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再細節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Runtime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白箱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Commit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回覆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68496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0FDFA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68496"/>
            <a:ext cx="64008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78224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複雜任務不要一次要求 AI 完整改完。先讓它列出切點，再一段一段修改與驗證。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Git單、分支與提交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把每次修改都串回單據、分支與驗證結果。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流程總覽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單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來源與目標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範圍與驗證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417320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Feature/Dev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Spec####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Release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41732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改了什麼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為什麼改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417320"/>
            <a:ext cx="64008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整理影響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請求 Review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4580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417320"/>
            <a:ext cx="2072030" cy="1874520"/>
          </a:xfrm>
          <a:prstGeom prst="roundRect">
            <a:avLst>
              <a:gd name="adj" fmla="val 3902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41732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63624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84248"/>
            <a:ext cx="1724558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 / QA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回覆結果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77640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77640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87368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的目的不是只留下檔案差異，而是讓下一個人知道：這次為什麼改、從哪裡改、怎麼確認。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分支判斷原則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9363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修改類型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936346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優先分支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93634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共用框架或 Feature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修正應回到共用主線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指定專案客製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Spec####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保留專案差異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準備發布整合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Feature/Release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不作為日常開發主線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正式站熱修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依情境判斷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需記錄後續回補方向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應該回答四件事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改什麼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修正哪個功能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新增或調整哪些流程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28016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為什麼改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對應哪張單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解決哪個現象或風險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75888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影響哪裡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/ Spec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前端 / 後端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SSR / 安全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675888"/>
            <a:ext cx="64008" cy="1965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怎麼驗證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手測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白箱 / QA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Description 範本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61872"/>
            <a:ext cx="5376672" cy="4480560"/>
          </a:xfrm>
          <a:prstGeom prst="roundRect">
            <a:avLst>
              <a:gd name="adj" fmla="val 1429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99032"/>
            <a:ext cx="49743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00784"/>
            <a:ext cx="4974336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修正後台查詢條件未正確套用問題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調整 Loader / Hook 條件組裝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保持既有 API 契約不變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補充 Feature / Spec 影響說明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run build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查詢條件手動驗證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419088" y="1261872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261872"/>
            <a:ext cx="64008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408176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避免這樣寫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20256" y="1828800"/>
            <a:ext cx="4727448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更新程式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修正 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調整前端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改好了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沒有驗證內容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說明與 Commit 的差異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5349240" cy="4370832"/>
          </a:xfrm>
          <a:prstGeom prst="roundRect">
            <a:avLst>
              <a:gd name="adj" fmla="val 167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25880"/>
            <a:ext cx="64008" cy="43708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72184"/>
            <a:ext cx="5038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5001768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單次變更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描述這一包差異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適合追檔案與原因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可以多筆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325880"/>
            <a:ext cx="5321808" cy="4370832"/>
          </a:xfrm>
          <a:prstGeom prst="roundRect">
            <a:avLst>
              <a:gd name="adj" fmla="val 1674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25880"/>
            <a:ext cx="64008" cy="43708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7218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92808"/>
            <a:ext cx="4974336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整體修改目的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整理影響範圍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列出驗證結果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適合 Review 與合併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Description 範本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61872"/>
            <a:ext cx="10698480" cy="4498848"/>
          </a:xfrm>
          <a:prstGeom prst="roundRect">
            <a:avLst>
              <a:gd name="adj" fmla="val 1423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99032"/>
            <a:ext cx="102961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範本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00784"/>
            <a:ext cx="10296144" cy="3950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Summary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本次修正 XXX 修改單，調整 Feature / Spec 的查詢與驗證流程。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Changed Scope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Frontend: Loader / Hook / Component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Backend: 無 / API 契約未變更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Feature / Spec Impact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Feature 共用：有 / 無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Spec####：有 / 無，保留差異：...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Validation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Build: ...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手動驗證: ...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AI 白箱 / QA: ...</a:t>
            </a:r>
            <a:endParaRPr lang="en-US" sz="9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D｜Git單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改錯分支時的處理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停止追加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先不要繼續改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確認差異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列出已改檔案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確認目標分支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轉移修改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Cherry-pick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Patch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手動搬移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重新驗證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功能測試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留下紀錄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說明原因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避免混入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68496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68496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78224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錯分支最怕的是繼續堆修改。先隔離差異，再用可回溯方式移到正確分支。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驗證處理與回覆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改完只是開始；驗證通過才是交付完成。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E｜驗證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驗證分層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 / BE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型別與編譯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實際操作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重現路徑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白箱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規則檢查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影響範圍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測試案例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複驗證據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/ 弱掃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部署確認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68496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68496"/>
            <a:ext cx="64008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78224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沒有實際執行的檢查不能寫成已通過；只能寫「建議驗證」或「尚未執行」。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E｜驗證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不同修改類型的驗證重點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53312"/>
            <a:ext cx="64008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CSR / SSR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Hydration /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AA Focus / Keyboard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多語系 Route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353312"/>
            <a:ext cx="64008" cy="4343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17136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API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Transaction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Permission /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Cache / Logging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18704" y="1353312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1353312"/>
            <a:ext cx="64008" cy="4343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499616"/>
            <a:ext cx="29352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119872" y="1920240"/>
            <a:ext cx="2898648" cy="3648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共用回歸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客製差異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升級衝突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Release 影響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E｜驗證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驗證紀錄怎麼寫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61872"/>
            <a:ext cx="5376672" cy="4480560"/>
          </a:xfrm>
          <a:prstGeom prst="roundRect">
            <a:avLst>
              <a:gd name="adj" fmla="val 1429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99032"/>
            <a:ext cx="49743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700784"/>
            <a:ext cx="4974336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驗證結果：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run build：通過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後台查詢：通過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Spec1821 畫面：通過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Console：未見新增錯誤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未執行：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Freego / 弱掃：本次未執行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備註：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契約未變更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419088" y="1261872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EF2F2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261872"/>
            <a:ext cx="64008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408176"/>
            <a:ext cx="4764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要避免的寫法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20256" y="1828800"/>
            <a:ext cx="4727448" cy="3785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應該可以了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說沒問題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我看起來正常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沒有列分支與環境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把未執行寫成通過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E｜驗證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驗證與回覆對照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93634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936346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常見證據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93634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790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回覆重點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PM 修改單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畫面截圖 / 操作流程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234794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326234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需求是否完成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開單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 / 複驗結果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3171139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262579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重現步驟是否修正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問題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鍵盤 / Focus / 報讀 / 放大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4107485"/>
            <a:ext cx="3627120" cy="93634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4198925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成功準則是否處理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弱掃問題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Header / CSP / Cookie / Log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5043830"/>
            <a:ext cx="3627120" cy="93634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5135270"/>
            <a:ext cx="3407664" cy="7991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風險是否消除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1051560"/>
            <a:ext cx="20116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8046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端到端案例與 Checklist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8778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用同一張單跑完 AI、Git 與驗證流程。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627278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Training｜Day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47120" y="625449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F｜案例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案例：Spec 升級後前端查詢異常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8988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單據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Spec1821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查詢結果異常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798978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04134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4134" y="13898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7014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AI讀取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105302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Docs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AI_INDEX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前端架構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89881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5037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BEB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5037" y="1389888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7917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5296205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Loader / Hook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API 契約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差異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7180783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5939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5939" y="1389888"/>
            <a:ext cx="6400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8819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7487107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最小範圍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保留客製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371686" y="235000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76842" y="1389888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6842" y="1389888"/>
            <a:ext cx="64008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536192"/>
            <a:ext cx="176113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678010" y="1956816"/>
            <a:ext cx="172455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查詢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紀錄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86384" y="3968496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3968496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078224"/>
            <a:ext cx="102778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案例重點：不要只問「這裡怎麼改」，要問「底層資料流和升級差異有沒有一起受到影響」。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F｜案例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案例：AI Prompt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49808" y="1243584"/>
            <a:ext cx="10698480" cy="4535424"/>
          </a:xfrm>
          <a:prstGeom prst="roundRect">
            <a:avLst>
              <a:gd name="adj" fmla="val 1411"/>
            </a:avLst>
          </a:prstGeom>
          <a:solidFill>
            <a:srgbClr val="0F172A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80744"/>
            <a:ext cx="102961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1682496"/>
            <a:ext cx="10296144" cy="3986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請以 WCMS Feature/Dev 與 Spec1821 為基準。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問題：Spec1821 升級後，前端查詢結果與條件不一致。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請先不要直接改 Code，先幫我：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依 Docs/README 與 AI_INDEX 定位相關前端架構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檢查 Loader、Hook、API Adapter、Route 與 Spec 延伸點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判斷是 Feature 共用問題還是 Spec 客製差異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追問底層是否影響 ApiResponse、SSR/CSR、多語系或 AA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提出最小修改方案與驗證項目</a:t>
            </a:r>
            <a:endParaRPr lang="en-US" sz="9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F｜案例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案例：修改策略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先定位資料流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Route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Loader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Hook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Adapter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72784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28016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再看升級差異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變更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覆寫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衝突點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0FDFA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75888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只改必要位置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避免重建流程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避免複製客製邏輯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72784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675888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驗證兩種情境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基線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Spec 專案行為</a:t>
            </a:r>
            <a:endParaRPr lang="en-US" sz="10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F｜Checklist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最後交付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3627120" cy="78028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408176"/>
            <a:ext cx="3480816" cy="633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2064" y="1298448"/>
            <a:ext cx="3627120" cy="780288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216" y="1408176"/>
            <a:ext cx="3480816" cy="633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是否完成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949184" y="1298448"/>
            <a:ext cx="3627120" cy="78028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336" y="1408176"/>
            <a:ext cx="3480816" cy="633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2078736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70176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正確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064" y="2078736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1792" y="2170176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來源與目標分支已確認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9184" y="2078736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8912" y="2170176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PR 描述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" y="2859024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950464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已讀結構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2064" y="2859024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1792" y="2950464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/ Code / 歷史已核對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9184" y="2859024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2950464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分析紀錄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" y="3639312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730752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底層風險已追問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2064" y="3639312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1792" y="3730752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/ SSR / AA / Security 已檢查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49184" y="3639312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8912" y="3730752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影響範圍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" y="4419600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511040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修改可回溯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2064" y="4419600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1792" y="4511040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可說明原因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49184" y="4419600"/>
            <a:ext cx="3627120" cy="78028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8912" y="4511040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Description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" y="5199888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291328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驗證可複驗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22064" y="5199888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1792" y="5291328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 / 測試 / 白箱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49184" y="5199888"/>
            <a:ext cx="3627120" cy="7802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58912" y="5291328"/>
            <a:ext cx="3407664" cy="643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截圖或紀錄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Course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 總結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先讀結構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 入口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AI_INDEX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架構與規範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72784" y="128016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280160"/>
            <a:ext cx="64008" cy="1965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26464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再問底層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73952" y="1847088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不要只修症狀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追 API / SSR / 狀態 / 安全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75888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保護分支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 / Spec 界線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升級與回同步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72784" y="3675888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675888"/>
            <a:ext cx="64008" cy="1965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822192"/>
            <a:ext cx="50109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留下證據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73952" y="4242816"/>
            <a:ext cx="497433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Commit / PR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Build / QA / 白箱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86384" y="5897880"/>
            <a:ext cx="10607040" cy="420624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897880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6007608"/>
            <a:ext cx="10277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協作的品質，取決於資料讀取是否正確、追問是否深入，以及交付紀錄是否完整。</a:t>
            </a:r>
            <a:endParaRPr lang="en-US" sz="10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64592"/>
            <a:ext cx="5852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Course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438912"/>
            <a:ext cx="10927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四天課程串接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21792" y="1024128"/>
            <a:ext cx="10972800" cy="0"/>
          </a:xfrm>
          <a:prstGeom prst="line">
            <a:avLst/>
          </a:prstGeom>
          <a:noFill/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510528"/>
            <a:ext cx="10149840" cy="502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4｜AI協作、Git單與驗證處理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1228832" y="6574536"/>
            <a:ext cx="411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481328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系統架構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Git / AI 入口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58134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63290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3290" y="1481328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6170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664458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前端框架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SSR / Route / API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016752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1908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1908" y="1481328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323076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後端框架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FeatureDriver / Cache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75370" y="2487168"/>
            <a:ext cx="868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80526" y="1481328"/>
            <a:ext cx="2539746" cy="201168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7620">
            <a:solidFill>
              <a:srgbClr val="D8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80526" y="1481328"/>
            <a:ext cx="64008" cy="2011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3406" y="1627632"/>
            <a:ext cx="222885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82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981694" y="2048256"/>
            <a:ext cx="2192274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AI協作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Git單與驗證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04672" y="4187952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0FDFA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87952"/>
            <a:ext cx="64008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297680"/>
            <a:ext cx="1018641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四天合起來的目標：讓接手者知道 WCMS 怎麼找資料、怎麼改、怎麼驗證、怎麼留下可回溯紀錄。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WCMS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WCMS 教育訓練 Day 4｜AI協作、Git單與驗證處理</dc:title>
  <dc:subject>WCMS 教育訓練 Day 4</dc:subject>
  <dc:creator>WCMS</dc:creator>
  <cp:lastModifiedBy>WCMS</cp:lastModifiedBy>
  <cp:revision>1</cp:revision>
  <dcterms:created xsi:type="dcterms:W3CDTF">2026-08-19T13:03:58Z</dcterms:created>
  <dcterms:modified xsi:type="dcterms:W3CDTF">2026-08-19T13:03:58Z</dcterms:modified>
</cp:coreProperties>
</file>